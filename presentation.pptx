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5125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0" r:id="rId10"/>
    <p:sldId id="273" r:id="rId11"/>
    <p:sldId id="275" r:id="rId12"/>
    <p:sldId id="276" r:id="rId13"/>
    <p:sldId id="270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59A887-0977-4644-99F8-9850F9DC1AB4}" v="926" dt="2026-03-04T13:11:57.0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deye Ndiemé Dieng" userId="4317284b7c0fe062" providerId="LiveId" clId="{B5971000-367F-4563-ADA1-FD3F70F20CC0}"/>
    <pc:docChg chg="undo redo custSel addSld delSld modSld sldOrd modMainMaster">
      <pc:chgData name="Ndeye Ndiemé Dieng" userId="4317284b7c0fe062" providerId="LiveId" clId="{B5971000-367F-4563-ADA1-FD3F70F20CC0}" dt="2026-03-04T13:17:22.834" v="5033"/>
      <pc:docMkLst>
        <pc:docMk/>
      </pc:docMkLst>
      <pc:sldChg chg="addSp delSp modSp new mod modAnim">
        <pc:chgData name="Ndeye Ndiemé Dieng" userId="4317284b7c0fe062" providerId="LiveId" clId="{B5971000-367F-4563-ADA1-FD3F70F20CC0}" dt="2026-03-04T12:24:59.848" v="4624"/>
        <pc:sldMkLst>
          <pc:docMk/>
          <pc:sldMk cId="4192496186" sldId="256"/>
        </pc:sldMkLst>
        <pc:spChg chg="mod">
          <ac:chgData name="Ndeye Ndiemé Dieng" userId="4317284b7c0fe062" providerId="LiveId" clId="{B5971000-367F-4563-ADA1-FD3F70F20CC0}" dt="2026-02-20T10:18:43.912" v="354" actId="1035"/>
          <ac:spMkLst>
            <pc:docMk/>
            <pc:sldMk cId="4192496186" sldId="256"/>
            <ac:spMk id="2" creationId="{35D12B84-E114-4493-D294-C86BFB370385}"/>
          </ac:spMkLst>
        </pc:spChg>
        <pc:picChg chg="add mod">
          <ac:chgData name="Ndeye Ndiemé Dieng" userId="4317284b7c0fe062" providerId="LiveId" clId="{B5971000-367F-4563-ADA1-FD3F70F20CC0}" dt="2026-03-04T12:24:15.131" v="4616" actId="1076"/>
          <ac:picMkLst>
            <pc:docMk/>
            <pc:sldMk cId="4192496186" sldId="256"/>
            <ac:picMk id="4" creationId="{6F65C71A-2FB3-A3E8-3AA2-F9320329363C}"/>
          </ac:picMkLst>
        </pc:picChg>
        <pc:picChg chg="add mod modCrop">
          <ac:chgData name="Ndeye Ndiemé Dieng" userId="4317284b7c0fe062" providerId="LiveId" clId="{B5971000-367F-4563-ADA1-FD3F70F20CC0}" dt="2026-03-04T12:24:08.815" v="4615" actId="1076"/>
          <ac:picMkLst>
            <pc:docMk/>
            <pc:sldMk cId="4192496186" sldId="256"/>
            <ac:picMk id="5" creationId="{6A3B3CA8-305A-5A8D-5ECE-31EC7A3564AE}"/>
          </ac:picMkLst>
        </pc:picChg>
      </pc:sldChg>
      <pc:sldChg chg="addSp delSp modSp new mod modClrScheme addAnim delAnim modAnim chgLayout">
        <pc:chgData name="Ndeye Ndiemé Dieng" userId="4317284b7c0fe062" providerId="LiveId" clId="{B5971000-367F-4563-ADA1-FD3F70F20CC0}" dt="2026-03-04T13:12:09.170" v="5027"/>
        <pc:sldMkLst>
          <pc:docMk/>
          <pc:sldMk cId="4277920161" sldId="257"/>
        </pc:sldMkLst>
        <pc:spChg chg="mod ord">
          <ac:chgData name="Ndeye Ndiemé Dieng" userId="4317284b7c0fe062" providerId="LiveId" clId="{B5971000-367F-4563-ADA1-FD3F70F20CC0}" dt="2026-02-20T09:53:27.617" v="212" actId="700"/>
          <ac:spMkLst>
            <pc:docMk/>
            <pc:sldMk cId="4277920161" sldId="257"/>
            <ac:spMk id="2" creationId="{F755CDFE-CF36-C720-1DCE-7CC1AA5C978E}"/>
          </ac:spMkLst>
        </pc:spChg>
        <pc:spChg chg="mod ord">
          <ac:chgData name="Ndeye Ndiemé Dieng" userId="4317284b7c0fe062" providerId="LiveId" clId="{B5971000-367F-4563-ADA1-FD3F70F20CC0}" dt="2026-02-20T09:53:27.617" v="212" actId="700"/>
          <ac:spMkLst>
            <pc:docMk/>
            <pc:sldMk cId="4277920161" sldId="257"/>
            <ac:spMk id="4" creationId="{8C7880BB-85CF-1676-6560-54046AA7986C}"/>
          </ac:spMkLst>
        </pc:spChg>
        <pc:spChg chg="add mod ord">
          <ac:chgData name="Ndeye Ndiemé Dieng" userId="4317284b7c0fe062" providerId="LiveId" clId="{B5971000-367F-4563-ADA1-FD3F70F20CC0}" dt="2026-03-04T12:30:24.694" v="4966" actId="20577"/>
          <ac:spMkLst>
            <pc:docMk/>
            <pc:sldMk cId="4277920161" sldId="257"/>
            <ac:spMk id="5" creationId="{100FC953-2EED-1F3B-32CB-EC0AC670C42A}"/>
          </ac:spMkLst>
        </pc:spChg>
      </pc:sldChg>
      <pc:sldChg chg="addSp delSp modSp add mod">
        <pc:chgData name="Ndeye Ndiemé Dieng" userId="4317284b7c0fe062" providerId="LiveId" clId="{B5971000-367F-4563-ADA1-FD3F70F20CC0}" dt="2026-02-20T11:51:17.919" v="1302" actId="20577"/>
        <pc:sldMkLst>
          <pc:docMk/>
          <pc:sldMk cId="2994657454" sldId="258"/>
        </pc:sldMkLst>
        <pc:spChg chg="mod">
          <ac:chgData name="Ndeye Ndiemé Dieng" userId="4317284b7c0fe062" providerId="LiveId" clId="{B5971000-367F-4563-ADA1-FD3F70F20CC0}" dt="2026-02-20T09:57:11.052" v="238" actId="20577"/>
          <ac:spMkLst>
            <pc:docMk/>
            <pc:sldMk cId="2994657454" sldId="258"/>
            <ac:spMk id="2" creationId="{FEB75D23-69FB-DCDA-47AE-BF37F91202FE}"/>
          </ac:spMkLst>
        </pc:spChg>
        <pc:graphicFrameChg chg="add mod modGraphic">
          <ac:chgData name="Ndeye Ndiemé Dieng" userId="4317284b7c0fe062" providerId="LiveId" clId="{B5971000-367F-4563-ADA1-FD3F70F20CC0}" dt="2026-02-20T11:51:17.919" v="1302" actId="20577"/>
          <ac:graphicFrameMkLst>
            <pc:docMk/>
            <pc:sldMk cId="2994657454" sldId="258"/>
            <ac:graphicFrameMk id="6" creationId="{921DA823-3EAA-B836-F0EB-562963C51A54}"/>
          </ac:graphicFrameMkLst>
        </pc:graphicFrameChg>
      </pc:sldChg>
      <pc:sldChg chg="addSp delSp modSp add mod addAnim delAnim modAnim">
        <pc:chgData name="Ndeye Ndiemé Dieng" userId="4317284b7c0fe062" providerId="LiveId" clId="{B5971000-367F-4563-ADA1-FD3F70F20CC0}" dt="2026-03-04T13:16:25.088" v="5030"/>
        <pc:sldMkLst>
          <pc:docMk/>
          <pc:sldMk cId="1463039895" sldId="259"/>
        </pc:sldMkLst>
        <pc:spChg chg="mod">
          <ac:chgData name="Ndeye Ndiemé Dieng" userId="4317284b7c0fe062" providerId="LiveId" clId="{B5971000-367F-4563-ADA1-FD3F70F20CC0}" dt="2026-02-20T11:47:40.056" v="1126" actId="20577"/>
          <ac:spMkLst>
            <pc:docMk/>
            <pc:sldMk cId="1463039895" sldId="259"/>
            <ac:spMk id="2" creationId="{44010DB1-A7C7-C092-D1A7-F1B7C53C23C6}"/>
          </ac:spMkLst>
        </pc:spChg>
        <pc:spChg chg="add del mod">
          <ac:chgData name="Ndeye Ndiemé Dieng" userId="4317284b7c0fe062" providerId="LiveId" clId="{B5971000-367F-4563-ADA1-FD3F70F20CC0}" dt="2026-03-04T12:41:27.497" v="4975" actId="27636"/>
          <ac:spMkLst>
            <pc:docMk/>
            <pc:sldMk cId="1463039895" sldId="259"/>
            <ac:spMk id="5" creationId="{8FD8CF37-49BC-4675-120B-61D416C663C4}"/>
          </ac:spMkLst>
        </pc:spChg>
        <pc:picChg chg="add mod">
          <ac:chgData name="Ndeye Ndiemé Dieng" userId="4317284b7c0fe062" providerId="LiveId" clId="{B5971000-367F-4563-ADA1-FD3F70F20CC0}" dt="2026-03-02T13:16:40.502" v="4302" actId="1037"/>
          <ac:picMkLst>
            <pc:docMk/>
            <pc:sldMk cId="1463039895" sldId="259"/>
            <ac:picMk id="20" creationId="{8339D0CE-81D3-157D-F36D-634195E563EA}"/>
          </ac:picMkLst>
        </pc:picChg>
      </pc:sldChg>
      <pc:sldChg chg="addSp delSp modSp add mod modAnim">
        <pc:chgData name="Ndeye Ndiemé Dieng" userId="4317284b7c0fe062" providerId="LiveId" clId="{B5971000-367F-4563-ADA1-FD3F70F20CC0}" dt="2026-02-22T17:19:52.865" v="2744"/>
        <pc:sldMkLst>
          <pc:docMk/>
          <pc:sldMk cId="3123238824" sldId="260"/>
        </pc:sldMkLst>
        <pc:spChg chg="mod">
          <ac:chgData name="Ndeye Ndiemé Dieng" userId="4317284b7c0fe062" providerId="LiveId" clId="{B5971000-367F-4563-ADA1-FD3F70F20CC0}" dt="2026-02-20T09:58:01.641" v="274" actId="20577"/>
          <ac:spMkLst>
            <pc:docMk/>
            <pc:sldMk cId="3123238824" sldId="260"/>
            <ac:spMk id="2" creationId="{0C9C3650-F96C-B77A-88D0-698390F2C5CD}"/>
          </ac:spMkLst>
        </pc:spChg>
        <pc:graphicFrameChg chg="add del mod modGraphic">
          <ac:chgData name="Ndeye Ndiemé Dieng" userId="4317284b7c0fe062" providerId="LiveId" clId="{B5971000-367F-4563-ADA1-FD3F70F20CC0}" dt="2026-02-22T17:14:25.525" v="2739" actId="14100"/>
          <ac:graphicFrameMkLst>
            <pc:docMk/>
            <pc:sldMk cId="3123238824" sldId="260"/>
            <ac:graphicFrameMk id="3" creationId="{42EA4056-54D4-07CB-93EA-FE4019819BEF}"/>
          </ac:graphicFrameMkLst>
        </pc:graphicFrameChg>
        <pc:picChg chg="add mod">
          <ac:chgData name="Ndeye Ndiemé Dieng" userId="4317284b7c0fe062" providerId="LiveId" clId="{B5971000-367F-4563-ADA1-FD3F70F20CC0}" dt="2026-02-22T17:19:42.324" v="2743" actId="1076"/>
          <ac:picMkLst>
            <pc:docMk/>
            <pc:sldMk cId="3123238824" sldId="260"/>
            <ac:picMk id="16" creationId="{FC8E9D10-8702-F07F-9E51-01125858C47C}"/>
          </ac:picMkLst>
        </pc:picChg>
      </pc:sldChg>
      <pc:sldChg chg="addSp delSp modSp add mod modAnim">
        <pc:chgData name="Ndeye Ndiemé Dieng" userId="4317284b7c0fe062" providerId="LiveId" clId="{B5971000-367F-4563-ADA1-FD3F70F20CC0}" dt="2026-03-02T13:18:07.500" v="4381"/>
        <pc:sldMkLst>
          <pc:docMk/>
          <pc:sldMk cId="4034570074" sldId="263"/>
        </pc:sldMkLst>
        <pc:spChg chg="mod">
          <ac:chgData name="Ndeye Ndiemé Dieng" userId="4317284b7c0fe062" providerId="LiveId" clId="{B5971000-367F-4563-ADA1-FD3F70F20CC0}" dt="2026-02-20T11:48:05.425" v="1133" actId="20577"/>
          <ac:spMkLst>
            <pc:docMk/>
            <pc:sldMk cId="4034570074" sldId="263"/>
            <ac:spMk id="2" creationId="{60AF4E91-04FC-72B7-491B-6E9943F6ACC2}"/>
          </ac:spMkLst>
        </pc:spChg>
        <pc:spChg chg="mod">
          <ac:chgData name="Ndeye Ndiemé Dieng" userId="4317284b7c0fe062" providerId="LiveId" clId="{B5971000-367F-4563-ADA1-FD3F70F20CC0}" dt="2026-03-02T13:17:32.934" v="4377" actId="1076"/>
          <ac:spMkLst>
            <pc:docMk/>
            <pc:sldMk cId="4034570074" sldId="263"/>
            <ac:spMk id="5" creationId="{E4074898-F92C-F74C-6C63-5E94A375B360}"/>
          </ac:spMkLst>
        </pc:spChg>
        <pc:picChg chg="add mod">
          <ac:chgData name="Ndeye Ndiemé Dieng" userId="4317284b7c0fe062" providerId="LiveId" clId="{B5971000-367F-4563-ADA1-FD3F70F20CC0}" dt="2026-03-02T13:17:30.574" v="4376" actId="1076"/>
          <ac:picMkLst>
            <pc:docMk/>
            <pc:sldMk cId="4034570074" sldId="263"/>
            <ac:picMk id="8" creationId="{6E407193-CAC9-0095-CF08-2D6A1C5192EA}"/>
          </ac:picMkLst>
        </pc:picChg>
      </pc:sldChg>
      <pc:sldChg chg="addSp modSp add mod addAnim delAnim modAnim">
        <pc:chgData name="Ndeye Ndiemé Dieng" userId="4317284b7c0fe062" providerId="LiveId" clId="{B5971000-367F-4563-ADA1-FD3F70F20CC0}" dt="2026-03-04T13:16:47.295" v="5032"/>
        <pc:sldMkLst>
          <pc:docMk/>
          <pc:sldMk cId="738250313" sldId="264"/>
        </pc:sldMkLst>
        <pc:spChg chg="mod">
          <ac:chgData name="Ndeye Ndiemé Dieng" userId="4317284b7c0fe062" providerId="LiveId" clId="{B5971000-367F-4563-ADA1-FD3F70F20CC0}" dt="2026-02-20T11:48:18.284" v="1155" actId="20577"/>
          <ac:spMkLst>
            <pc:docMk/>
            <pc:sldMk cId="738250313" sldId="264"/>
            <ac:spMk id="2" creationId="{ABF86D86-2C60-69C0-1D36-82F13136E178}"/>
          </ac:spMkLst>
        </pc:spChg>
        <pc:spChg chg="mod">
          <ac:chgData name="Ndeye Ndiemé Dieng" userId="4317284b7c0fe062" providerId="LiveId" clId="{B5971000-367F-4563-ADA1-FD3F70F20CC0}" dt="2026-03-04T11:25:35.632" v="4610" actId="27636"/>
          <ac:spMkLst>
            <pc:docMk/>
            <pc:sldMk cId="738250313" sldId="264"/>
            <ac:spMk id="5" creationId="{72D68245-E5E0-1591-AAB5-EF86C1A91395}"/>
          </ac:spMkLst>
        </pc:spChg>
        <pc:picChg chg="add mod">
          <ac:chgData name="Ndeye Ndiemé Dieng" userId="4317284b7c0fe062" providerId="LiveId" clId="{B5971000-367F-4563-ADA1-FD3F70F20CC0}" dt="2026-03-02T13:18:20.187" v="4461" actId="1037"/>
          <ac:picMkLst>
            <pc:docMk/>
            <pc:sldMk cId="738250313" sldId="264"/>
            <ac:picMk id="6" creationId="{0BF2E66D-C141-5B12-574E-23710E9EDED6}"/>
          </ac:picMkLst>
        </pc:picChg>
      </pc:sldChg>
      <pc:sldChg chg="addSp delSp modSp add mod modAnim">
        <pc:chgData name="Ndeye Ndiemé Dieng" userId="4317284b7c0fe062" providerId="LiveId" clId="{B5971000-367F-4563-ADA1-FD3F70F20CC0}" dt="2026-03-02T13:19:07.343" v="4471"/>
        <pc:sldMkLst>
          <pc:docMk/>
          <pc:sldMk cId="2534445676" sldId="265"/>
        </pc:sldMkLst>
        <pc:spChg chg="mod">
          <ac:chgData name="Ndeye Ndiemé Dieng" userId="4317284b7c0fe062" providerId="LiveId" clId="{B5971000-367F-4563-ADA1-FD3F70F20CC0}" dt="2026-02-20T11:49:33.988" v="1177" actId="20577"/>
          <ac:spMkLst>
            <pc:docMk/>
            <pc:sldMk cId="2534445676" sldId="265"/>
            <ac:spMk id="2" creationId="{B59ADB16-A6FE-6C26-06D8-8317D6F591FC}"/>
          </ac:spMkLst>
        </pc:spChg>
        <pc:spChg chg="add del mod">
          <ac:chgData name="Ndeye Ndiemé Dieng" userId="4317284b7c0fe062" providerId="LiveId" clId="{B5971000-367F-4563-ADA1-FD3F70F20CC0}" dt="2026-03-02T13:18:57.805" v="4467" actId="1076"/>
          <ac:spMkLst>
            <pc:docMk/>
            <pc:sldMk cId="2534445676" sldId="265"/>
            <ac:spMk id="5" creationId="{71785527-1612-B8B9-F633-5AD612ACE437}"/>
          </ac:spMkLst>
        </pc:spChg>
        <pc:picChg chg="add mod">
          <ac:chgData name="Ndeye Ndiemé Dieng" userId="4317284b7c0fe062" providerId="LiveId" clId="{B5971000-367F-4563-ADA1-FD3F70F20CC0}" dt="2026-03-02T13:18:54.410" v="4466" actId="1076"/>
          <ac:picMkLst>
            <pc:docMk/>
            <pc:sldMk cId="2534445676" sldId="265"/>
            <ac:picMk id="8" creationId="{B1566F1B-39FD-0E25-717E-38A2CC1311C1}"/>
          </ac:picMkLst>
        </pc:picChg>
      </pc:sldChg>
      <pc:sldChg chg="addSp delSp modSp add mod addAnim delAnim modAnim">
        <pc:chgData name="Ndeye Ndiemé Dieng" userId="4317284b7c0fe062" providerId="LiveId" clId="{B5971000-367F-4563-ADA1-FD3F70F20CC0}" dt="2026-03-04T13:17:22.834" v="5033"/>
        <pc:sldMkLst>
          <pc:docMk/>
          <pc:sldMk cId="1610179465" sldId="266"/>
        </pc:sldMkLst>
        <pc:spChg chg="mod">
          <ac:chgData name="Ndeye Ndiemé Dieng" userId="4317284b7c0fe062" providerId="LiveId" clId="{B5971000-367F-4563-ADA1-FD3F70F20CC0}" dt="2026-02-20T11:50:03.450" v="1204" actId="313"/>
          <ac:spMkLst>
            <pc:docMk/>
            <pc:sldMk cId="1610179465" sldId="266"/>
            <ac:spMk id="2" creationId="{5F9DC5A1-C2D5-51CC-5624-D1AAEFA9E2CC}"/>
          </ac:spMkLst>
        </pc:spChg>
        <pc:spChg chg="add del mod">
          <ac:chgData name="Ndeye Ndiemé Dieng" userId="4317284b7c0fe062" providerId="LiveId" clId="{B5971000-367F-4563-ADA1-FD3F70F20CC0}" dt="2026-03-02T13:19:38.874" v="4529" actId="1076"/>
          <ac:spMkLst>
            <pc:docMk/>
            <pc:sldMk cId="1610179465" sldId="266"/>
            <ac:spMk id="5" creationId="{2364736D-F8B4-5ADC-48D5-F38583D8D46C}"/>
          </ac:spMkLst>
        </pc:spChg>
        <pc:picChg chg="add mod">
          <ac:chgData name="Ndeye Ndiemé Dieng" userId="4317284b7c0fe062" providerId="LiveId" clId="{B5971000-367F-4563-ADA1-FD3F70F20CC0}" dt="2026-03-02T13:19:29.625" v="4528" actId="1037"/>
          <ac:picMkLst>
            <pc:docMk/>
            <pc:sldMk cId="1610179465" sldId="266"/>
            <ac:picMk id="8" creationId="{981DAD49-64AC-CBA5-E485-A4BB9E47D899}"/>
          </ac:picMkLst>
        </pc:picChg>
      </pc:sldChg>
      <pc:sldChg chg="modSp new modAnim">
        <pc:chgData name="Ndeye Ndiemé Dieng" userId="4317284b7c0fe062" providerId="LiveId" clId="{B5971000-367F-4563-ADA1-FD3F70F20CC0}" dt="2026-02-27T19:13:14.222" v="3424"/>
        <pc:sldMkLst>
          <pc:docMk/>
          <pc:sldMk cId="2471456534" sldId="270"/>
        </pc:sldMkLst>
        <pc:spChg chg="mod">
          <ac:chgData name="Ndeye Ndiemé Dieng" userId="4317284b7c0fe062" providerId="LiveId" clId="{B5971000-367F-4563-ADA1-FD3F70F20CC0}" dt="2026-02-27T18:57:55.142" v="3383"/>
          <ac:spMkLst>
            <pc:docMk/>
            <pc:sldMk cId="2471456534" sldId="270"/>
            <ac:spMk id="2" creationId="{06680A23-EAB9-267C-9BAC-80F07F494C68}"/>
          </ac:spMkLst>
        </pc:spChg>
        <pc:spChg chg="mod">
          <ac:chgData name="Ndeye Ndiemé Dieng" userId="4317284b7c0fe062" providerId="LiveId" clId="{B5971000-367F-4563-ADA1-FD3F70F20CC0}" dt="2026-02-27T18:58:07.362" v="3384"/>
          <ac:spMkLst>
            <pc:docMk/>
            <pc:sldMk cId="2471456534" sldId="270"/>
            <ac:spMk id="3" creationId="{D1F5E0BF-7F26-C3DB-ACF7-0BF61FE962EB}"/>
          </ac:spMkLst>
        </pc:spChg>
      </pc:sldChg>
      <pc:sldChg chg="modSp new mod ord">
        <pc:chgData name="Ndeye Ndiemé Dieng" userId="4317284b7c0fe062" providerId="LiveId" clId="{B5971000-367F-4563-ADA1-FD3F70F20CC0}" dt="2026-03-04T11:16:25.037" v="4575" actId="20577"/>
        <pc:sldMkLst>
          <pc:docMk/>
          <pc:sldMk cId="767600448" sldId="272"/>
        </pc:sldMkLst>
        <pc:spChg chg="mod">
          <ac:chgData name="Ndeye Ndiemé Dieng" userId="4317284b7c0fe062" providerId="LiveId" clId="{B5971000-367F-4563-ADA1-FD3F70F20CC0}" dt="2026-02-27T20:54:19.089" v="3695" actId="20577"/>
          <ac:spMkLst>
            <pc:docMk/>
            <pc:sldMk cId="767600448" sldId="272"/>
            <ac:spMk id="2" creationId="{A5AA310A-5DA2-05CD-BF73-70F83691EFF8}"/>
          </ac:spMkLst>
        </pc:spChg>
        <pc:spChg chg="mod">
          <ac:chgData name="Ndeye Ndiemé Dieng" userId="4317284b7c0fe062" providerId="LiveId" clId="{B5971000-367F-4563-ADA1-FD3F70F20CC0}" dt="2026-03-04T11:16:25.037" v="4575" actId="20577"/>
          <ac:spMkLst>
            <pc:docMk/>
            <pc:sldMk cId="767600448" sldId="272"/>
            <ac:spMk id="3" creationId="{29693B55-4B72-C7EE-E4B2-501199AF6AFD}"/>
          </ac:spMkLst>
        </pc:spChg>
      </pc:sldChg>
      <pc:sldChg chg="addSp delSp modSp new mod delAnim modAnim">
        <pc:chgData name="Ndeye Ndiemé Dieng" userId="4317284b7c0fe062" providerId="LiveId" clId="{B5971000-367F-4563-ADA1-FD3F70F20CC0}" dt="2026-03-04T12:45:30.484" v="4979" actId="1076"/>
        <pc:sldMkLst>
          <pc:docMk/>
          <pc:sldMk cId="3905452481" sldId="273"/>
        </pc:sldMkLst>
        <pc:spChg chg="mod">
          <ac:chgData name="Ndeye Ndiemé Dieng" userId="4317284b7c0fe062" providerId="LiveId" clId="{B5971000-367F-4563-ADA1-FD3F70F20CC0}" dt="2026-03-01T17:03:58.275" v="4026" actId="20577"/>
          <ac:spMkLst>
            <pc:docMk/>
            <pc:sldMk cId="3905452481" sldId="273"/>
            <ac:spMk id="2" creationId="{BD93DA90-E77D-BC0A-5387-1CE0CC851CD5}"/>
          </ac:spMkLst>
        </pc:spChg>
        <pc:spChg chg="add mod">
          <ac:chgData name="Ndeye Ndiemé Dieng" userId="4317284b7c0fe062" providerId="LiveId" clId="{B5971000-367F-4563-ADA1-FD3F70F20CC0}" dt="2026-03-01T16:04:34.254" v="3796" actId="1076"/>
          <ac:spMkLst>
            <pc:docMk/>
            <pc:sldMk cId="3905452481" sldId="273"/>
            <ac:spMk id="13" creationId="{A6BFEB88-2A40-DC0C-17B1-F6649B1E3BAD}"/>
          </ac:spMkLst>
        </pc:spChg>
        <pc:graphicFrameChg chg="add mod modGraphic">
          <ac:chgData name="Ndeye Ndiemé Dieng" userId="4317284b7c0fe062" providerId="LiveId" clId="{B5971000-367F-4563-ADA1-FD3F70F20CC0}" dt="2026-03-04T12:45:30.484" v="4979" actId="1076"/>
          <ac:graphicFrameMkLst>
            <pc:docMk/>
            <pc:sldMk cId="3905452481" sldId="273"/>
            <ac:graphicFrameMk id="27" creationId="{396D8E28-788B-0589-CA51-D3B9FC0DDA45}"/>
          </ac:graphicFrameMkLst>
        </pc:graphicFrameChg>
        <pc:picChg chg="add mod">
          <ac:chgData name="Ndeye Ndiemé Dieng" userId="4317284b7c0fe062" providerId="LiveId" clId="{B5971000-367F-4563-ADA1-FD3F70F20CC0}" dt="2026-03-04T12:45:25.232" v="4978" actId="1076"/>
          <ac:picMkLst>
            <pc:docMk/>
            <pc:sldMk cId="3905452481" sldId="273"/>
            <ac:picMk id="7" creationId="{8C5EF78E-55B9-CFA2-619E-79FD6115538E}"/>
          </ac:picMkLst>
        </pc:picChg>
      </pc:sldChg>
      <pc:sldChg chg="addSp delSp modSp add mod delAnim modAnim">
        <pc:chgData name="Ndeye Ndiemé Dieng" userId="4317284b7c0fe062" providerId="LiveId" clId="{B5971000-367F-4563-ADA1-FD3F70F20CC0}" dt="2026-03-04T12:45:48.720" v="4981" actId="1076"/>
        <pc:sldMkLst>
          <pc:docMk/>
          <pc:sldMk cId="3226349746" sldId="275"/>
        </pc:sldMkLst>
        <pc:spChg chg="mod">
          <ac:chgData name="Ndeye Ndiemé Dieng" userId="4317284b7c0fe062" providerId="LiveId" clId="{B5971000-367F-4563-ADA1-FD3F70F20CC0}" dt="2026-03-01T17:04:02.027" v="4027" actId="20577"/>
          <ac:spMkLst>
            <pc:docMk/>
            <pc:sldMk cId="3226349746" sldId="275"/>
            <ac:spMk id="2" creationId="{B3593BDF-8D20-C7EA-4B73-5870B54CA3E4}"/>
          </ac:spMkLst>
        </pc:spChg>
        <pc:graphicFrameChg chg="mod modGraphic">
          <ac:chgData name="Ndeye Ndiemé Dieng" userId="4317284b7c0fe062" providerId="LiveId" clId="{B5971000-367F-4563-ADA1-FD3F70F20CC0}" dt="2026-03-04T12:45:48.720" v="4981" actId="1076"/>
          <ac:graphicFrameMkLst>
            <pc:docMk/>
            <pc:sldMk cId="3226349746" sldId="275"/>
            <ac:graphicFrameMk id="28" creationId="{33B7E867-14DD-C687-25FC-01B17E55FEFB}"/>
          </ac:graphicFrameMkLst>
        </pc:graphicFrameChg>
        <pc:picChg chg="add mod">
          <ac:chgData name="Ndeye Ndiemé Dieng" userId="4317284b7c0fe062" providerId="LiveId" clId="{B5971000-367F-4563-ADA1-FD3F70F20CC0}" dt="2026-03-04T12:45:43.112" v="4980" actId="1076"/>
          <ac:picMkLst>
            <pc:docMk/>
            <pc:sldMk cId="3226349746" sldId="275"/>
            <ac:picMk id="8" creationId="{D24BF7B8-C81B-5DB0-FC04-35B0D532C2DB}"/>
          </ac:picMkLst>
        </pc:picChg>
      </pc:sldChg>
      <pc:sldChg chg="addSp delSp modSp add mod delAnim modAnim">
        <pc:chgData name="Ndeye Ndiemé Dieng" userId="4317284b7c0fe062" providerId="LiveId" clId="{B5971000-367F-4563-ADA1-FD3F70F20CC0}" dt="2026-03-04T12:46:37.252" v="5004" actId="1037"/>
        <pc:sldMkLst>
          <pc:docMk/>
          <pc:sldMk cId="4083636710" sldId="276"/>
        </pc:sldMkLst>
        <pc:spChg chg="mod">
          <ac:chgData name="Ndeye Ndiemé Dieng" userId="4317284b7c0fe062" providerId="LiveId" clId="{B5971000-367F-4563-ADA1-FD3F70F20CC0}" dt="2026-03-01T17:04:13.944" v="4054" actId="20577"/>
          <ac:spMkLst>
            <pc:docMk/>
            <pc:sldMk cId="4083636710" sldId="276"/>
            <ac:spMk id="2" creationId="{51D7253D-B87B-4306-9736-7956969C9E1B}"/>
          </ac:spMkLst>
        </pc:spChg>
        <pc:graphicFrameChg chg="mod modGraphic">
          <ac:chgData name="Ndeye Ndiemé Dieng" userId="4317284b7c0fe062" providerId="LiveId" clId="{B5971000-367F-4563-ADA1-FD3F70F20CC0}" dt="2026-03-04T12:46:37.252" v="5004" actId="1037"/>
          <ac:graphicFrameMkLst>
            <pc:docMk/>
            <pc:sldMk cId="4083636710" sldId="276"/>
            <ac:graphicFrameMk id="29" creationId="{6C593FEA-9EAD-D49C-E215-F08F0D22A793}"/>
          </ac:graphicFrameMkLst>
        </pc:graphicFrameChg>
        <pc:picChg chg="add mod">
          <ac:chgData name="Ndeye Ndiemé Dieng" userId="4317284b7c0fe062" providerId="LiveId" clId="{B5971000-367F-4563-ADA1-FD3F70F20CC0}" dt="2026-03-04T12:46:37.252" v="5004" actId="1037"/>
          <ac:picMkLst>
            <pc:docMk/>
            <pc:sldMk cId="4083636710" sldId="276"/>
            <ac:picMk id="6" creationId="{03B37577-608D-0EAC-1F3E-FD7944E4575A}"/>
          </ac:picMkLst>
        </pc:picChg>
      </pc:sldChg>
      <pc:sldMasterChg chg="modSp modSldLayout">
        <pc:chgData name="Ndeye Ndiemé Dieng" userId="4317284b7c0fe062" providerId="LiveId" clId="{B5971000-367F-4563-ADA1-FD3F70F20CC0}" dt="2026-02-20T11:41:48.631" v="1029"/>
        <pc:sldMasterMkLst>
          <pc:docMk/>
          <pc:sldMasterMk cId="2867074872" sldId="2147485125"/>
        </pc:sldMasterMkLst>
        <pc:spChg chg="mod">
          <ac:chgData name="Ndeye Ndiemé Dieng" userId="4317284b7c0fe062" providerId="LiveId" clId="{B5971000-367F-4563-ADA1-FD3F70F20CC0}" dt="2026-02-20T10:40:02.080" v="406"/>
          <ac:spMkLst>
            <pc:docMk/>
            <pc:sldMasterMk cId="2867074872" sldId="2147485125"/>
            <ac:spMk id="3" creationId="{00000000-0000-0000-0000-000000000000}"/>
          </ac:spMkLst>
        </pc:spChg>
        <pc:sldLayoutChg chg="addSp modSp mod">
          <pc:chgData name="Ndeye Ndiemé Dieng" userId="4317284b7c0fe062" providerId="LiveId" clId="{B5971000-367F-4563-ADA1-FD3F70F20CC0}" dt="2026-02-20T11:38:42.679" v="1026" actId="14100"/>
          <pc:sldLayoutMkLst>
            <pc:docMk/>
            <pc:sldMasterMk cId="2867074872" sldId="2147485125"/>
            <pc:sldLayoutMk cId="4105348077" sldId="2147485127"/>
          </pc:sldLayoutMkLst>
          <pc:spChg chg="mod">
            <ac:chgData name="Ndeye Ndiemé Dieng" userId="4317284b7c0fe062" providerId="LiveId" clId="{B5971000-367F-4563-ADA1-FD3F70F20CC0}" dt="2026-02-20T11:38:42.679" v="1026" actId="14100"/>
            <ac:spMkLst>
              <pc:docMk/>
              <pc:sldMasterMk cId="2867074872" sldId="2147485125"/>
              <pc:sldLayoutMk cId="4105348077" sldId="2147485127"/>
              <ac:spMk id="2" creationId="{00000000-0000-0000-0000-000000000000}"/>
            </ac:spMkLst>
          </pc:spChg>
          <pc:spChg chg="mod">
            <ac:chgData name="Ndeye Ndiemé Dieng" userId="4317284b7c0fe062" providerId="LiveId" clId="{B5971000-367F-4563-ADA1-FD3F70F20CC0}" dt="2026-02-20T10:21:31.821" v="400" actId="2711"/>
            <ac:spMkLst>
              <pc:docMk/>
              <pc:sldMasterMk cId="2867074872" sldId="2147485125"/>
              <pc:sldLayoutMk cId="4105348077" sldId="2147485127"/>
              <ac:spMk id="12" creationId="{00000000-0000-0000-0000-000000000000}"/>
            </ac:spMkLst>
          </pc:spChg>
          <pc:picChg chg="add mod">
            <ac:chgData name="Ndeye Ndiemé Dieng" userId="4317284b7c0fe062" providerId="LiveId" clId="{B5971000-367F-4563-ADA1-FD3F70F20CC0}" dt="2026-02-20T09:52:39.535" v="209" actId="14100"/>
            <ac:picMkLst>
              <pc:docMk/>
              <pc:sldMasterMk cId="2867074872" sldId="2147485125"/>
              <pc:sldLayoutMk cId="4105348077" sldId="2147485127"/>
              <ac:picMk id="8" creationId="{FF98BDD9-BC0D-39D9-E23E-4427599704FC}"/>
            </ac:picMkLst>
          </pc:picChg>
        </pc:sldLayoutChg>
        <pc:sldLayoutChg chg="modSp mod">
          <pc:chgData name="Ndeye Ndiemé Dieng" userId="4317284b7c0fe062" providerId="LiveId" clId="{B5971000-367F-4563-ADA1-FD3F70F20CC0}" dt="2026-02-20T11:38:29.597" v="1025" actId="14100"/>
          <pc:sldLayoutMkLst>
            <pc:docMk/>
            <pc:sldMasterMk cId="2867074872" sldId="2147485125"/>
            <pc:sldLayoutMk cId="4183819424" sldId="2147485129"/>
          </pc:sldLayoutMkLst>
          <pc:spChg chg="mod">
            <ac:chgData name="Ndeye Ndiemé Dieng" userId="4317284b7c0fe062" providerId="LiveId" clId="{B5971000-367F-4563-ADA1-FD3F70F20CC0}" dt="2026-02-20T11:38:29.597" v="1025" actId="14100"/>
            <ac:spMkLst>
              <pc:docMk/>
              <pc:sldMasterMk cId="2867074872" sldId="2147485125"/>
              <pc:sldLayoutMk cId="4183819424" sldId="2147485129"/>
              <ac:spMk id="12" creationId="{00000000-0000-0000-0000-000000000000}"/>
            </ac:spMkLst>
          </pc:spChg>
          <pc:spChg chg="mod">
            <ac:chgData name="Ndeye Ndiemé Dieng" userId="4317284b7c0fe062" providerId="LiveId" clId="{B5971000-367F-4563-ADA1-FD3F70F20CC0}" dt="2026-02-20T11:38:29.597" v="1025" actId="14100"/>
            <ac:spMkLst>
              <pc:docMk/>
              <pc:sldMasterMk cId="2867074872" sldId="2147485125"/>
              <pc:sldLayoutMk cId="4183819424" sldId="2147485129"/>
              <ac:spMk id="13" creationId="{00000000-0000-0000-0000-000000000000}"/>
            </ac:spMkLst>
          </pc:spChg>
          <pc:spChg chg="mod">
            <ac:chgData name="Ndeye Ndiemé Dieng" userId="4317284b7c0fe062" providerId="LiveId" clId="{B5971000-367F-4563-ADA1-FD3F70F20CC0}" dt="2026-02-20T11:38:21.840" v="1024" actId="14100"/>
            <ac:spMkLst>
              <pc:docMk/>
              <pc:sldMasterMk cId="2867074872" sldId="2147485125"/>
              <pc:sldLayoutMk cId="4183819424" sldId="2147485129"/>
              <ac:spMk id="14" creationId="{00000000-0000-0000-0000-000000000000}"/>
            </ac:spMkLst>
          </pc:spChg>
        </pc:sldLayoutChg>
        <pc:sldLayoutChg chg="addSp modSp mod">
          <pc:chgData name="Ndeye Ndiemé Dieng" userId="4317284b7c0fe062" providerId="LiveId" clId="{B5971000-367F-4563-ADA1-FD3F70F20CC0}" dt="2026-02-20T11:41:48.631" v="1029"/>
          <pc:sldLayoutMkLst>
            <pc:docMk/>
            <pc:sldMasterMk cId="2867074872" sldId="2147485125"/>
            <pc:sldLayoutMk cId="952708454" sldId="2147485133"/>
          </pc:sldLayoutMkLst>
          <pc:spChg chg="mod">
            <ac:chgData name="Ndeye Ndiemé Dieng" userId="4317284b7c0fe062" providerId="LiveId" clId="{B5971000-367F-4563-ADA1-FD3F70F20CC0}" dt="2026-02-20T11:41:16.557" v="1027" actId="14100"/>
            <ac:spMkLst>
              <pc:docMk/>
              <pc:sldMasterMk cId="2867074872" sldId="2147485125"/>
              <pc:sldLayoutMk cId="952708454" sldId="2147485133"/>
              <ac:spMk id="2" creationId="{00000000-0000-0000-0000-000000000000}"/>
            </ac:spMkLst>
          </pc:spChg>
          <pc:spChg chg="mod">
            <ac:chgData name="Ndeye Ndiemé Dieng" userId="4317284b7c0fe062" providerId="LiveId" clId="{B5971000-367F-4563-ADA1-FD3F70F20CC0}" dt="2026-02-20T11:41:20.630" v="1028" actId="14100"/>
            <ac:spMkLst>
              <pc:docMk/>
              <pc:sldMasterMk cId="2867074872" sldId="2147485125"/>
              <pc:sldLayoutMk cId="952708454" sldId="2147485133"/>
              <ac:spMk id="4" creationId="{00000000-0000-0000-0000-000000000000}"/>
            </ac:spMkLst>
          </pc:spChg>
          <pc:picChg chg="add mod">
            <ac:chgData name="Ndeye Ndiemé Dieng" userId="4317284b7c0fe062" providerId="LiveId" clId="{B5971000-367F-4563-ADA1-FD3F70F20CC0}" dt="2026-02-20T11:41:48.631" v="1029"/>
            <ac:picMkLst>
              <pc:docMk/>
              <pc:sldMasterMk cId="2867074872" sldId="2147485125"/>
              <pc:sldLayoutMk cId="952708454" sldId="2147485133"/>
              <ac:picMk id="3" creationId="{71BCC5EB-734D-CD60-212C-6191FFE43DEC}"/>
            </ac:picMkLst>
          </pc:picChg>
        </pc:sldLayoutChg>
        <pc:sldLayoutChg chg="modSp mod">
          <pc:chgData name="Ndeye Ndiemé Dieng" userId="4317284b7c0fe062" providerId="LiveId" clId="{B5971000-367F-4563-ADA1-FD3F70F20CC0}" dt="2026-02-20T09:49:58.401" v="205" actId="14100"/>
          <pc:sldLayoutMkLst>
            <pc:docMk/>
            <pc:sldMasterMk cId="2867074872" sldId="2147485125"/>
            <pc:sldLayoutMk cId="4102456758" sldId="2147485143"/>
          </pc:sldLayoutMkLst>
          <pc:spChg chg="mod">
            <ac:chgData name="Ndeye Ndiemé Dieng" userId="4317284b7c0fe062" providerId="LiveId" clId="{B5971000-367F-4563-ADA1-FD3F70F20CC0}" dt="2026-02-20T09:49:58.401" v="205" actId="14100"/>
            <ac:spMkLst>
              <pc:docMk/>
              <pc:sldMasterMk cId="2867074872" sldId="2147485125"/>
              <pc:sldLayoutMk cId="4102456758" sldId="2147485143"/>
              <ac:spMk id="2" creationId="{00000000-0000-0000-0000-000000000000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E13376-C089-47D9-BA05-45EE25488ED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7DEB43D-60F9-43A5-B55F-C272D48CFB9E}">
      <dgm:prSet phldrT="[Texte]" phldr="0"/>
      <dgm:spPr/>
      <dgm:t>
        <a:bodyPr/>
        <a:lstStyle/>
        <a:p>
          <a:r>
            <a:rPr lang="fr-FR" dirty="0"/>
            <a:t>Population</a:t>
          </a:r>
        </a:p>
      </dgm:t>
    </dgm:pt>
    <dgm:pt modelId="{B30FD4BE-4711-40A9-B226-F4891A612921}" type="parTrans" cxnId="{95C703D3-A332-4640-9422-89B26E0BCC20}">
      <dgm:prSet/>
      <dgm:spPr/>
      <dgm:t>
        <a:bodyPr/>
        <a:lstStyle/>
        <a:p>
          <a:endParaRPr lang="fr-FR"/>
        </a:p>
      </dgm:t>
    </dgm:pt>
    <dgm:pt modelId="{DDB92CC7-D6AC-4A9D-B0DD-2A4E88BD1C13}" type="sibTrans" cxnId="{95C703D3-A332-4640-9422-89B26E0BCC20}">
      <dgm:prSet/>
      <dgm:spPr/>
      <dgm:t>
        <a:bodyPr/>
        <a:lstStyle/>
        <a:p>
          <a:endParaRPr lang="fr-FR"/>
        </a:p>
      </dgm:t>
    </dgm:pt>
    <dgm:pt modelId="{388BF498-9524-4F46-83E2-307A6CDA3141}">
      <dgm:prSet phldrT="[Texte]" phldr="0"/>
      <dgm:spPr/>
      <dgm:t>
        <a:bodyPr/>
        <a:lstStyle/>
        <a:p>
          <a:r>
            <a:rPr lang="fr-FR" dirty="0"/>
            <a:t>Régions du monde</a:t>
          </a:r>
        </a:p>
      </dgm:t>
    </dgm:pt>
    <dgm:pt modelId="{DAC3415D-48ED-4EE0-8A6A-F802A0EC37E3}" type="parTrans" cxnId="{FCB2A0B1-11FD-45FB-A506-A9DA04B09B90}">
      <dgm:prSet/>
      <dgm:spPr/>
      <dgm:t>
        <a:bodyPr/>
        <a:lstStyle/>
        <a:p>
          <a:endParaRPr lang="fr-FR"/>
        </a:p>
      </dgm:t>
    </dgm:pt>
    <dgm:pt modelId="{CF964B82-A39A-4AEA-B33E-339FF84F2EAA}" type="sibTrans" cxnId="{FCB2A0B1-11FD-45FB-A506-A9DA04B09B90}">
      <dgm:prSet/>
      <dgm:spPr/>
      <dgm:t>
        <a:bodyPr/>
        <a:lstStyle/>
        <a:p>
          <a:endParaRPr lang="fr-FR"/>
        </a:p>
      </dgm:t>
    </dgm:pt>
    <dgm:pt modelId="{3119281B-1CF9-4F97-8BDB-73C311C673C5}">
      <dgm:prSet phldrT="[Texte]" phldr="0"/>
      <dgm:spPr/>
      <dgm:t>
        <a:bodyPr/>
        <a:lstStyle/>
        <a:p>
          <a:r>
            <a:rPr lang="fr-FR" dirty="0"/>
            <a:t>Stabilité politique</a:t>
          </a:r>
        </a:p>
      </dgm:t>
    </dgm:pt>
    <dgm:pt modelId="{ED7780B3-07D1-46CF-B394-E0028FEE0FF2}" type="parTrans" cxnId="{25FDB7AD-72DE-4E23-8E57-C5D2AFF90341}">
      <dgm:prSet/>
      <dgm:spPr/>
      <dgm:t>
        <a:bodyPr/>
        <a:lstStyle/>
        <a:p>
          <a:endParaRPr lang="fr-FR"/>
        </a:p>
      </dgm:t>
    </dgm:pt>
    <dgm:pt modelId="{DF9C78AD-3B07-46D1-9777-70422642B962}" type="sibTrans" cxnId="{25FDB7AD-72DE-4E23-8E57-C5D2AFF90341}">
      <dgm:prSet/>
      <dgm:spPr/>
      <dgm:t>
        <a:bodyPr/>
        <a:lstStyle/>
        <a:p>
          <a:endParaRPr lang="fr-FR"/>
        </a:p>
      </dgm:t>
    </dgm:pt>
    <dgm:pt modelId="{93DB513F-8579-4EE7-B540-0A8BAC9DBC10}">
      <dgm:prSet phldrT="[Texte]"/>
      <dgm:spPr/>
      <dgm:t>
        <a:bodyPr/>
        <a:lstStyle/>
        <a:p>
          <a:r>
            <a:rPr lang="fr-FR" dirty="0"/>
            <a:t>Mortalité</a:t>
          </a:r>
        </a:p>
      </dgm:t>
    </dgm:pt>
    <dgm:pt modelId="{5560B475-0DA7-4B94-8071-D07AD4CD9156}" type="parTrans" cxnId="{B0CA033B-6B9D-432A-8EDF-19D887A09416}">
      <dgm:prSet/>
      <dgm:spPr/>
      <dgm:t>
        <a:bodyPr/>
        <a:lstStyle/>
        <a:p>
          <a:endParaRPr lang="fr-FR"/>
        </a:p>
      </dgm:t>
    </dgm:pt>
    <dgm:pt modelId="{4ABA3B0C-3DB0-4262-8C3D-B71BD8739236}" type="sibTrans" cxnId="{B0CA033B-6B9D-432A-8EDF-19D887A09416}">
      <dgm:prSet/>
      <dgm:spPr/>
      <dgm:t>
        <a:bodyPr/>
        <a:lstStyle/>
        <a:p>
          <a:endParaRPr lang="fr-FR"/>
        </a:p>
      </dgm:t>
    </dgm:pt>
    <dgm:pt modelId="{A4A60AD8-2239-4230-B4DD-D5E1D29FAFEC}">
      <dgm:prSet phldrT="[Texte]"/>
      <dgm:spPr/>
      <dgm:t>
        <a:bodyPr/>
        <a:lstStyle/>
        <a:p>
          <a:r>
            <a:rPr lang="fr-FR" dirty="0"/>
            <a:t>Accès à l’eau potable</a:t>
          </a:r>
        </a:p>
      </dgm:t>
    </dgm:pt>
    <dgm:pt modelId="{99626116-F224-4F71-8BCF-EE3C686C1187}" type="sibTrans" cxnId="{6AB1694F-5E3B-4429-B3AC-10A033497F66}">
      <dgm:prSet/>
      <dgm:spPr/>
      <dgm:t>
        <a:bodyPr/>
        <a:lstStyle/>
        <a:p>
          <a:endParaRPr lang="fr-FR"/>
        </a:p>
      </dgm:t>
    </dgm:pt>
    <dgm:pt modelId="{AF7AEEE8-B42A-495A-A417-1F00F5CEFD16}" type="parTrans" cxnId="{6AB1694F-5E3B-4429-B3AC-10A033497F66}">
      <dgm:prSet/>
      <dgm:spPr/>
      <dgm:t>
        <a:bodyPr/>
        <a:lstStyle/>
        <a:p>
          <a:endParaRPr lang="fr-FR"/>
        </a:p>
      </dgm:t>
    </dgm:pt>
    <dgm:pt modelId="{7466E615-29F7-4BD4-8F3B-342D96B36040}" type="pres">
      <dgm:prSet presAssocID="{24E13376-C089-47D9-BA05-45EE25488ED9}" presName="diagram" presStyleCnt="0">
        <dgm:presLayoutVars>
          <dgm:dir/>
          <dgm:resizeHandles val="exact"/>
        </dgm:presLayoutVars>
      </dgm:prSet>
      <dgm:spPr/>
    </dgm:pt>
    <dgm:pt modelId="{70C52245-93AF-4C75-9954-55EDE041D0FB}" type="pres">
      <dgm:prSet presAssocID="{C7DEB43D-60F9-43A5-B55F-C272D48CFB9E}" presName="node" presStyleLbl="node1" presStyleIdx="0" presStyleCnt="5">
        <dgm:presLayoutVars>
          <dgm:bulletEnabled val="1"/>
        </dgm:presLayoutVars>
      </dgm:prSet>
      <dgm:spPr/>
    </dgm:pt>
    <dgm:pt modelId="{91791391-5B83-4E2E-A3E6-2045D2987E10}" type="pres">
      <dgm:prSet presAssocID="{DDB92CC7-D6AC-4A9D-B0DD-2A4E88BD1C13}" presName="sibTrans" presStyleCnt="0"/>
      <dgm:spPr/>
    </dgm:pt>
    <dgm:pt modelId="{9CD371BD-9F47-4ADA-83B0-20C7DF5F2785}" type="pres">
      <dgm:prSet presAssocID="{388BF498-9524-4F46-83E2-307A6CDA3141}" presName="node" presStyleLbl="node1" presStyleIdx="1" presStyleCnt="5">
        <dgm:presLayoutVars>
          <dgm:bulletEnabled val="1"/>
        </dgm:presLayoutVars>
      </dgm:prSet>
      <dgm:spPr/>
    </dgm:pt>
    <dgm:pt modelId="{A6757621-CAB3-4F85-894F-8E7898B42D9E}" type="pres">
      <dgm:prSet presAssocID="{CF964B82-A39A-4AEA-B33E-339FF84F2EAA}" presName="sibTrans" presStyleCnt="0"/>
      <dgm:spPr/>
    </dgm:pt>
    <dgm:pt modelId="{98B8252D-E4C2-4957-8368-33ACDA493F8E}" type="pres">
      <dgm:prSet presAssocID="{3119281B-1CF9-4F97-8BDB-73C311C673C5}" presName="node" presStyleLbl="node1" presStyleIdx="2" presStyleCnt="5">
        <dgm:presLayoutVars>
          <dgm:bulletEnabled val="1"/>
        </dgm:presLayoutVars>
      </dgm:prSet>
      <dgm:spPr/>
    </dgm:pt>
    <dgm:pt modelId="{4D0D65C4-25E5-42C1-B07C-8296D4E6E428}" type="pres">
      <dgm:prSet presAssocID="{DF9C78AD-3B07-46D1-9777-70422642B962}" presName="sibTrans" presStyleCnt="0"/>
      <dgm:spPr/>
    </dgm:pt>
    <dgm:pt modelId="{333587A2-E394-43F7-9A86-482A36B6C7CE}" type="pres">
      <dgm:prSet presAssocID="{93DB513F-8579-4EE7-B540-0A8BAC9DBC10}" presName="node" presStyleLbl="node1" presStyleIdx="3" presStyleCnt="5">
        <dgm:presLayoutVars>
          <dgm:bulletEnabled val="1"/>
        </dgm:presLayoutVars>
      </dgm:prSet>
      <dgm:spPr/>
    </dgm:pt>
    <dgm:pt modelId="{79F19032-4751-4D50-850B-F00455914981}" type="pres">
      <dgm:prSet presAssocID="{4ABA3B0C-3DB0-4262-8C3D-B71BD8739236}" presName="sibTrans" presStyleCnt="0"/>
      <dgm:spPr/>
    </dgm:pt>
    <dgm:pt modelId="{0C098948-97B8-4B9E-9D7F-FB4BA9CECA03}" type="pres">
      <dgm:prSet presAssocID="{A4A60AD8-2239-4230-B4DD-D5E1D29FAFEC}" presName="node" presStyleLbl="node1" presStyleIdx="4" presStyleCnt="5">
        <dgm:presLayoutVars>
          <dgm:bulletEnabled val="1"/>
        </dgm:presLayoutVars>
      </dgm:prSet>
      <dgm:spPr/>
    </dgm:pt>
  </dgm:ptLst>
  <dgm:cxnLst>
    <dgm:cxn modelId="{E0DF7A08-0079-4EE2-81C5-DE060E7326E0}" type="presOf" srcId="{93DB513F-8579-4EE7-B540-0A8BAC9DBC10}" destId="{333587A2-E394-43F7-9A86-482A36B6C7CE}" srcOrd="0" destOrd="0" presId="urn:microsoft.com/office/officeart/2005/8/layout/default"/>
    <dgm:cxn modelId="{E991C714-70C6-4F00-849B-FC3C3C1EC02A}" type="presOf" srcId="{388BF498-9524-4F46-83E2-307A6CDA3141}" destId="{9CD371BD-9F47-4ADA-83B0-20C7DF5F2785}" srcOrd="0" destOrd="0" presId="urn:microsoft.com/office/officeart/2005/8/layout/default"/>
    <dgm:cxn modelId="{5DF77235-BD0A-4654-AED8-96B29002D081}" type="presOf" srcId="{C7DEB43D-60F9-43A5-B55F-C272D48CFB9E}" destId="{70C52245-93AF-4C75-9954-55EDE041D0FB}" srcOrd="0" destOrd="0" presId="urn:microsoft.com/office/officeart/2005/8/layout/default"/>
    <dgm:cxn modelId="{B0CA033B-6B9D-432A-8EDF-19D887A09416}" srcId="{24E13376-C089-47D9-BA05-45EE25488ED9}" destId="{93DB513F-8579-4EE7-B540-0A8BAC9DBC10}" srcOrd="3" destOrd="0" parTransId="{5560B475-0DA7-4B94-8071-D07AD4CD9156}" sibTransId="{4ABA3B0C-3DB0-4262-8C3D-B71BD8739236}"/>
    <dgm:cxn modelId="{E1F6AE69-99D4-4E94-A695-24E8E986E814}" type="presOf" srcId="{A4A60AD8-2239-4230-B4DD-D5E1D29FAFEC}" destId="{0C098948-97B8-4B9E-9D7F-FB4BA9CECA03}" srcOrd="0" destOrd="0" presId="urn:microsoft.com/office/officeart/2005/8/layout/default"/>
    <dgm:cxn modelId="{6AB1694F-5E3B-4429-B3AC-10A033497F66}" srcId="{24E13376-C089-47D9-BA05-45EE25488ED9}" destId="{A4A60AD8-2239-4230-B4DD-D5E1D29FAFEC}" srcOrd="4" destOrd="0" parTransId="{AF7AEEE8-B42A-495A-A417-1F00F5CEFD16}" sibTransId="{99626116-F224-4F71-8BCF-EE3C686C1187}"/>
    <dgm:cxn modelId="{4AF96256-73BC-438A-899D-8E7C8D457EEE}" type="presOf" srcId="{3119281B-1CF9-4F97-8BDB-73C311C673C5}" destId="{98B8252D-E4C2-4957-8368-33ACDA493F8E}" srcOrd="0" destOrd="0" presId="urn:microsoft.com/office/officeart/2005/8/layout/default"/>
    <dgm:cxn modelId="{25FDB7AD-72DE-4E23-8E57-C5D2AFF90341}" srcId="{24E13376-C089-47D9-BA05-45EE25488ED9}" destId="{3119281B-1CF9-4F97-8BDB-73C311C673C5}" srcOrd="2" destOrd="0" parTransId="{ED7780B3-07D1-46CF-B394-E0028FEE0FF2}" sibTransId="{DF9C78AD-3B07-46D1-9777-70422642B962}"/>
    <dgm:cxn modelId="{FCB2A0B1-11FD-45FB-A506-A9DA04B09B90}" srcId="{24E13376-C089-47D9-BA05-45EE25488ED9}" destId="{388BF498-9524-4F46-83E2-307A6CDA3141}" srcOrd="1" destOrd="0" parTransId="{DAC3415D-48ED-4EE0-8A6A-F802A0EC37E3}" sibTransId="{CF964B82-A39A-4AEA-B33E-339FF84F2EAA}"/>
    <dgm:cxn modelId="{FF882CCD-E70C-439E-96B1-A24568D1C89D}" type="presOf" srcId="{24E13376-C089-47D9-BA05-45EE25488ED9}" destId="{7466E615-29F7-4BD4-8F3B-342D96B36040}" srcOrd="0" destOrd="0" presId="urn:microsoft.com/office/officeart/2005/8/layout/default"/>
    <dgm:cxn modelId="{95C703D3-A332-4640-9422-89B26E0BCC20}" srcId="{24E13376-C089-47D9-BA05-45EE25488ED9}" destId="{C7DEB43D-60F9-43A5-B55F-C272D48CFB9E}" srcOrd="0" destOrd="0" parTransId="{B30FD4BE-4711-40A9-B226-F4891A612921}" sibTransId="{DDB92CC7-D6AC-4A9D-B0DD-2A4E88BD1C13}"/>
    <dgm:cxn modelId="{3B151014-614E-4696-8058-039DDCA984C0}" type="presParOf" srcId="{7466E615-29F7-4BD4-8F3B-342D96B36040}" destId="{70C52245-93AF-4C75-9954-55EDE041D0FB}" srcOrd="0" destOrd="0" presId="urn:microsoft.com/office/officeart/2005/8/layout/default"/>
    <dgm:cxn modelId="{06BB5771-6E17-4622-94E7-A3039F93C751}" type="presParOf" srcId="{7466E615-29F7-4BD4-8F3B-342D96B36040}" destId="{91791391-5B83-4E2E-A3E6-2045D2987E10}" srcOrd="1" destOrd="0" presId="urn:microsoft.com/office/officeart/2005/8/layout/default"/>
    <dgm:cxn modelId="{9713D3A5-5276-462C-8ED6-A6E0DCB0BF3B}" type="presParOf" srcId="{7466E615-29F7-4BD4-8F3B-342D96B36040}" destId="{9CD371BD-9F47-4ADA-83B0-20C7DF5F2785}" srcOrd="2" destOrd="0" presId="urn:microsoft.com/office/officeart/2005/8/layout/default"/>
    <dgm:cxn modelId="{3625B7FF-4423-46CE-A777-74DF74A59CB2}" type="presParOf" srcId="{7466E615-29F7-4BD4-8F3B-342D96B36040}" destId="{A6757621-CAB3-4F85-894F-8E7898B42D9E}" srcOrd="3" destOrd="0" presId="urn:microsoft.com/office/officeart/2005/8/layout/default"/>
    <dgm:cxn modelId="{07E86D2E-791D-4D13-A3F5-9B9767BEF4FC}" type="presParOf" srcId="{7466E615-29F7-4BD4-8F3B-342D96B36040}" destId="{98B8252D-E4C2-4957-8368-33ACDA493F8E}" srcOrd="4" destOrd="0" presId="urn:microsoft.com/office/officeart/2005/8/layout/default"/>
    <dgm:cxn modelId="{194BD8BE-7733-4944-9173-CBB27772D704}" type="presParOf" srcId="{7466E615-29F7-4BD4-8F3B-342D96B36040}" destId="{4D0D65C4-25E5-42C1-B07C-8296D4E6E428}" srcOrd="5" destOrd="0" presId="urn:microsoft.com/office/officeart/2005/8/layout/default"/>
    <dgm:cxn modelId="{27DCACEC-BA7C-4658-B759-B39F53B7AC99}" type="presParOf" srcId="{7466E615-29F7-4BD4-8F3B-342D96B36040}" destId="{333587A2-E394-43F7-9A86-482A36B6C7CE}" srcOrd="6" destOrd="0" presId="urn:microsoft.com/office/officeart/2005/8/layout/default"/>
    <dgm:cxn modelId="{1CFF9584-C51C-42CF-91BF-0B275145FAC5}" type="presParOf" srcId="{7466E615-29F7-4BD4-8F3B-342D96B36040}" destId="{79F19032-4751-4D50-850B-F00455914981}" srcOrd="7" destOrd="0" presId="urn:microsoft.com/office/officeart/2005/8/layout/default"/>
    <dgm:cxn modelId="{79DA10E2-D3B9-4F1F-A882-F9D6D513D90D}" type="presParOf" srcId="{7466E615-29F7-4BD4-8F3B-342D96B36040}" destId="{0C098948-97B8-4B9E-9D7F-FB4BA9CECA0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215867-2835-4DB2-B461-5AA0BEA7BF2F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EE73D9F-8395-4429-809F-2E2B2D0F708D}">
      <dgm:prSet phldrT="[Texte]" phldr="0"/>
      <dgm:spPr/>
      <dgm:t>
        <a:bodyPr/>
        <a:lstStyle/>
        <a:p>
          <a:r>
            <a:rPr lang="fr-FR" dirty="0"/>
            <a:t>Population</a:t>
          </a:r>
        </a:p>
      </dgm:t>
    </dgm:pt>
    <dgm:pt modelId="{4570803E-CB71-4A31-ACEE-953CDAB53F43}" type="parTrans" cxnId="{11D18B29-CC44-4D4E-B24E-6F72D9CC7280}">
      <dgm:prSet/>
      <dgm:spPr/>
      <dgm:t>
        <a:bodyPr/>
        <a:lstStyle/>
        <a:p>
          <a:endParaRPr lang="fr-FR"/>
        </a:p>
      </dgm:t>
    </dgm:pt>
    <dgm:pt modelId="{EB251A7A-2CD8-41A4-93EC-6E2120E98CFA}" type="sibTrans" cxnId="{11D18B29-CC44-4D4E-B24E-6F72D9CC7280}">
      <dgm:prSet/>
      <dgm:spPr/>
      <dgm:t>
        <a:bodyPr/>
        <a:lstStyle/>
        <a:p>
          <a:endParaRPr lang="fr-FR"/>
        </a:p>
      </dgm:t>
    </dgm:pt>
    <dgm:pt modelId="{0483CC1D-EC7D-4174-B0EA-50C30FC9D3EC}">
      <dgm:prSet phldrT="[Texte]" phldr="0"/>
      <dgm:spPr/>
      <dgm:t>
        <a:bodyPr/>
        <a:lstStyle/>
        <a:p>
          <a:r>
            <a:rPr lang="fr-FR" dirty="0" err="1"/>
            <a:t>Left</a:t>
          </a:r>
          <a:r>
            <a:rPr lang="fr-FR" dirty="0"/>
            <a:t> </a:t>
          </a:r>
          <a:r>
            <a:rPr lang="fr-FR" dirty="0" err="1"/>
            <a:t>join</a:t>
          </a:r>
          <a:r>
            <a:rPr lang="fr-FR" dirty="0"/>
            <a:t> (Country)</a:t>
          </a:r>
        </a:p>
      </dgm:t>
    </dgm:pt>
    <dgm:pt modelId="{D0F1A251-FFBE-400B-A10B-33146A970F69}" type="parTrans" cxnId="{DCC78EBB-3075-4604-8A1E-B1D3D720D5A4}">
      <dgm:prSet/>
      <dgm:spPr/>
      <dgm:t>
        <a:bodyPr/>
        <a:lstStyle/>
        <a:p>
          <a:endParaRPr lang="fr-FR"/>
        </a:p>
      </dgm:t>
    </dgm:pt>
    <dgm:pt modelId="{CB4AF206-A516-4865-A44F-03B61AF04F16}" type="sibTrans" cxnId="{DCC78EBB-3075-4604-8A1E-B1D3D720D5A4}">
      <dgm:prSet/>
      <dgm:spPr/>
      <dgm:t>
        <a:bodyPr/>
        <a:lstStyle/>
        <a:p>
          <a:endParaRPr lang="fr-FR"/>
        </a:p>
      </dgm:t>
    </dgm:pt>
    <dgm:pt modelId="{F73C3F95-385C-4FE5-B8F3-A00B0EF13CC3}">
      <dgm:prSet phldrT="[Texte]" phldr="0"/>
      <dgm:spPr/>
      <dgm:t>
        <a:bodyPr/>
        <a:lstStyle/>
        <a:p>
          <a:r>
            <a:rPr lang="fr-FR" dirty="0"/>
            <a:t>Région</a:t>
          </a:r>
        </a:p>
      </dgm:t>
    </dgm:pt>
    <dgm:pt modelId="{0F19C12B-BAAF-4014-B027-51C7FC7A4327}" type="parTrans" cxnId="{155E5983-93CC-4F3E-B3B1-82A54DDED4BA}">
      <dgm:prSet/>
      <dgm:spPr/>
      <dgm:t>
        <a:bodyPr/>
        <a:lstStyle/>
        <a:p>
          <a:endParaRPr lang="fr-FR"/>
        </a:p>
      </dgm:t>
    </dgm:pt>
    <dgm:pt modelId="{ED6789EC-E4EA-4F48-B1D5-B6FD6FC0746B}" type="sibTrans" cxnId="{155E5983-93CC-4F3E-B3B1-82A54DDED4BA}">
      <dgm:prSet/>
      <dgm:spPr/>
      <dgm:t>
        <a:bodyPr/>
        <a:lstStyle/>
        <a:p>
          <a:endParaRPr lang="fr-FR"/>
        </a:p>
      </dgm:t>
    </dgm:pt>
    <dgm:pt modelId="{4FF156D4-62C1-4541-A491-633D10D0565A}">
      <dgm:prSet phldrT="[Texte]" phldr="0"/>
      <dgm:spPr/>
      <dgm:t>
        <a:bodyPr/>
        <a:lstStyle/>
        <a:p>
          <a:r>
            <a:rPr lang="fr-FR" dirty="0" err="1"/>
            <a:t>Left</a:t>
          </a:r>
          <a:r>
            <a:rPr lang="fr-FR" dirty="0"/>
            <a:t> </a:t>
          </a:r>
          <a:r>
            <a:rPr lang="fr-FR" dirty="0" err="1"/>
            <a:t>join</a:t>
          </a:r>
          <a:r>
            <a:rPr lang="fr-FR" dirty="0"/>
            <a:t> (Country, </a:t>
          </a:r>
          <a:r>
            <a:rPr lang="fr-FR" dirty="0" err="1"/>
            <a:t>Granularity</a:t>
          </a:r>
          <a:r>
            <a:rPr lang="fr-FR" dirty="0"/>
            <a:t>, </a:t>
          </a:r>
          <a:r>
            <a:rPr lang="fr-FR" dirty="0" err="1"/>
            <a:t>Year</a:t>
          </a:r>
          <a:r>
            <a:rPr lang="fr-FR" dirty="0"/>
            <a:t>)</a:t>
          </a:r>
        </a:p>
      </dgm:t>
    </dgm:pt>
    <dgm:pt modelId="{201E3F68-4437-4964-ADD3-D35C6967181F}" type="parTrans" cxnId="{2C61C79B-D966-4311-BD0F-DE5ECE30DB75}">
      <dgm:prSet/>
      <dgm:spPr/>
      <dgm:t>
        <a:bodyPr/>
        <a:lstStyle/>
        <a:p>
          <a:endParaRPr lang="fr-FR"/>
        </a:p>
      </dgm:t>
    </dgm:pt>
    <dgm:pt modelId="{5B618854-1346-45F5-A80C-6975AEA1F253}" type="sibTrans" cxnId="{2C61C79B-D966-4311-BD0F-DE5ECE30DB75}">
      <dgm:prSet/>
      <dgm:spPr/>
      <dgm:t>
        <a:bodyPr/>
        <a:lstStyle/>
        <a:p>
          <a:endParaRPr lang="fr-FR"/>
        </a:p>
      </dgm:t>
    </dgm:pt>
    <dgm:pt modelId="{9802AE60-1691-4387-9BF8-477F2E6AD319}">
      <dgm:prSet phldrT="[Texte]" phldr="0"/>
      <dgm:spPr/>
      <dgm:t>
        <a:bodyPr/>
        <a:lstStyle/>
        <a:p>
          <a:r>
            <a:rPr lang="fr-FR" dirty="0"/>
            <a:t>Mortalité</a:t>
          </a:r>
        </a:p>
      </dgm:t>
    </dgm:pt>
    <dgm:pt modelId="{5345C936-8F6D-42AC-8CC0-61806DD68C1C}" type="parTrans" cxnId="{8B2645D7-6BDC-47AF-B613-726881DF8568}">
      <dgm:prSet/>
      <dgm:spPr/>
      <dgm:t>
        <a:bodyPr/>
        <a:lstStyle/>
        <a:p>
          <a:endParaRPr lang="fr-FR"/>
        </a:p>
      </dgm:t>
    </dgm:pt>
    <dgm:pt modelId="{CE95A174-EC37-42F7-AD73-B90CFE1D14E0}" type="sibTrans" cxnId="{8B2645D7-6BDC-47AF-B613-726881DF8568}">
      <dgm:prSet/>
      <dgm:spPr/>
      <dgm:t>
        <a:bodyPr/>
        <a:lstStyle/>
        <a:p>
          <a:endParaRPr lang="fr-FR"/>
        </a:p>
      </dgm:t>
    </dgm:pt>
    <dgm:pt modelId="{FBDDF804-B20D-447F-9264-4A6DF7BB1BE7}">
      <dgm:prSet phldrT="[Texte]" phldr="0"/>
      <dgm:spPr/>
      <dgm:t>
        <a:bodyPr/>
        <a:lstStyle/>
        <a:p>
          <a:r>
            <a:rPr lang="fr-FR" dirty="0"/>
            <a:t>Full </a:t>
          </a:r>
          <a:r>
            <a:rPr lang="fr-FR" dirty="0" err="1"/>
            <a:t>join</a:t>
          </a:r>
          <a:r>
            <a:rPr lang="fr-FR" dirty="0"/>
            <a:t> (Country, </a:t>
          </a:r>
          <a:r>
            <a:rPr lang="fr-FR" dirty="0" err="1"/>
            <a:t>Granularity</a:t>
          </a:r>
          <a:r>
            <a:rPr lang="fr-FR" dirty="0"/>
            <a:t>, </a:t>
          </a:r>
          <a:r>
            <a:rPr lang="fr-FR" dirty="0" err="1"/>
            <a:t>Year</a:t>
          </a:r>
          <a:r>
            <a:rPr lang="fr-FR" dirty="0"/>
            <a:t>)</a:t>
          </a:r>
        </a:p>
      </dgm:t>
    </dgm:pt>
    <dgm:pt modelId="{87D7BDBA-4E22-4625-A2AA-4FC88CCDF8E9}" type="parTrans" cxnId="{DD18FAD5-A11F-49D9-B51D-1CDBFECAB482}">
      <dgm:prSet/>
      <dgm:spPr/>
      <dgm:t>
        <a:bodyPr/>
        <a:lstStyle/>
        <a:p>
          <a:endParaRPr lang="fr-FR"/>
        </a:p>
      </dgm:t>
    </dgm:pt>
    <dgm:pt modelId="{8AEA23B3-20FA-4DD0-AA8E-CC168BB81841}" type="sibTrans" cxnId="{DD18FAD5-A11F-49D9-B51D-1CDBFECAB482}">
      <dgm:prSet/>
      <dgm:spPr/>
      <dgm:t>
        <a:bodyPr/>
        <a:lstStyle/>
        <a:p>
          <a:endParaRPr lang="fr-FR"/>
        </a:p>
      </dgm:t>
    </dgm:pt>
    <dgm:pt modelId="{90D58475-A07D-46AE-9632-B3258729A927}">
      <dgm:prSet phldrT="[Texte]" phldr="0"/>
      <dgm:spPr/>
      <dgm:t>
        <a:bodyPr/>
        <a:lstStyle/>
        <a:p>
          <a:r>
            <a:rPr lang="fr-FR" dirty="0"/>
            <a:t>Stabilité politique</a:t>
          </a:r>
        </a:p>
      </dgm:t>
    </dgm:pt>
    <dgm:pt modelId="{E060DC94-3453-469F-9198-AC0D7B852CCD}" type="parTrans" cxnId="{8CA34200-CDD0-4AFF-96BC-68573F0F808D}">
      <dgm:prSet/>
      <dgm:spPr/>
      <dgm:t>
        <a:bodyPr/>
        <a:lstStyle/>
        <a:p>
          <a:endParaRPr lang="fr-FR"/>
        </a:p>
      </dgm:t>
    </dgm:pt>
    <dgm:pt modelId="{55AA1EB7-BDAA-4B86-B1A8-CEF4C062B6E6}" type="sibTrans" cxnId="{8CA34200-CDD0-4AFF-96BC-68573F0F808D}">
      <dgm:prSet/>
      <dgm:spPr/>
      <dgm:t>
        <a:bodyPr/>
        <a:lstStyle/>
        <a:p>
          <a:endParaRPr lang="fr-FR"/>
        </a:p>
      </dgm:t>
    </dgm:pt>
    <dgm:pt modelId="{5E8BE3BA-6EDB-42EE-951D-520648C03542}">
      <dgm:prSet phldrT="[Texte]" phldr="0"/>
      <dgm:spPr/>
      <dgm:t>
        <a:bodyPr/>
        <a:lstStyle/>
        <a:p>
          <a:r>
            <a:rPr lang="fr-FR" dirty="0"/>
            <a:t>Full </a:t>
          </a:r>
          <a:r>
            <a:rPr lang="fr-FR" dirty="0" err="1"/>
            <a:t>join</a:t>
          </a:r>
          <a:r>
            <a:rPr lang="fr-FR" dirty="0"/>
            <a:t> (Country, </a:t>
          </a:r>
          <a:r>
            <a:rPr lang="fr-FR" dirty="0" err="1"/>
            <a:t>Granularity</a:t>
          </a:r>
          <a:r>
            <a:rPr lang="fr-FR" dirty="0"/>
            <a:t>, </a:t>
          </a:r>
          <a:r>
            <a:rPr lang="fr-FR" dirty="0" err="1"/>
            <a:t>Year</a:t>
          </a:r>
          <a:r>
            <a:rPr lang="fr-FR" dirty="0"/>
            <a:t>)</a:t>
          </a:r>
        </a:p>
      </dgm:t>
    </dgm:pt>
    <dgm:pt modelId="{C735AFA7-3408-40F9-BE3E-782E7C5988E5}" type="parTrans" cxnId="{A40E0D6B-C535-470A-B170-EC593975A8FF}">
      <dgm:prSet/>
      <dgm:spPr/>
      <dgm:t>
        <a:bodyPr/>
        <a:lstStyle/>
        <a:p>
          <a:endParaRPr lang="fr-FR"/>
        </a:p>
      </dgm:t>
    </dgm:pt>
    <dgm:pt modelId="{A14BDA57-AEF8-4B0E-ADA9-4184D452DA03}" type="sibTrans" cxnId="{A40E0D6B-C535-470A-B170-EC593975A8FF}">
      <dgm:prSet/>
      <dgm:spPr/>
      <dgm:t>
        <a:bodyPr/>
        <a:lstStyle/>
        <a:p>
          <a:endParaRPr lang="fr-FR"/>
        </a:p>
      </dgm:t>
    </dgm:pt>
    <dgm:pt modelId="{2E9920F0-50AC-402B-A518-FF31AA02023A}">
      <dgm:prSet phldrT="[Texte]" phldr="0"/>
      <dgm:spPr/>
      <dgm:t>
        <a:bodyPr/>
        <a:lstStyle/>
        <a:p>
          <a:r>
            <a:rPr lang="fr-FR" dirty="0"/>
            <a:t>Accès à l’eau potable</a:t>
          </a:r>
        </a:p>
      </dgm:t>
    </dgm:pt>
    <dgm:pt modelId="{96C36695-776C-45C1-862A-616E78424EDE}" type="parTrans" cxnId="{A05EF45B-6516-4A69-927D-62B9C8E02C6B}">
      <dgm:prSet/>
      <dgm:spPr/>
      <dgm:t>
        <a:bodyPr/>
        <a:lstStyle/>
        <a:p>
          <a:endParaRPr lang="fr-FR"/>
        </a:p>
      </dgm:t>
    </dgm:pt>
    <dgm:pt modelId="{3B352847-5FA1-4E75-B3E8-FDD6D01841D2}" type="sibTrans" cxnId="{A05EF45B-6516-4A69-927D-62B9C8E02C6B}">
      <dgm:prSet/>
      <dgm:spPr/>
      <dgm:t>
        <a:bodyPr/>
        <a:lstStyle/>
        <a:p>
          <a:endParaRPr lang="fr-FR"/>
        </a:p>
      </dgm:t>
    </dgm:pt>
    <dgm:pt modelId="{AA9F159A-27CA-451D-AAC7-2D45C4A6D5C1}">
      <dgm:prSet phldrT="[Texte]" phldr="0"/>
      <dgm:spPr/>
      <dgm:t>
        <a:bodyPr/>
        <a:lstStyle/>
        <a:p>
          <a:endParaRPr lang="fr-FR" dirty="0"/>
        </a:p>
      </dgm:t>
    </dgm:pt>
    <dgm:pt modelId="{103C346F-83E6-4F08-9CE5-6F1AEDED68CD}" type="parTrans" cxnId="{B732A58B-1FD9-4AC9-A200-6911A65B180D}">
      <dgm:prSet/>
      <dgm:spPr/>
      <dgm:t>
        <a:bodyPr/>
        <a:lstStyle/>
        <a:p>
          <a:endParaRPr lang="fr-FR"/>
        </a:p>
      </dgm:t>
    </dgm:pt>
    <dgm:pt modelId="{9BB6A010-0177-4C82-BC20-1AA83248F0BB}" type="sibTrans" cxnId="{B732A58B-1FD9-4AC9-A200-6911A65B180D}">
      <dgm:prSet/>
      <dgm:spPr/>
      <dgm:t>
        <a:bodyPr/>
        <a:lstStyle/>
        <a:p>
          <a:endParaRPr lang="fr-FR"/>
        </a:p>
      </dgm:t>
    </dgm:pt>
    <dgm:pt modelId="{523E45C8-A555-4A3C-A8E8-596D872E881B}" type="pres">
      <dgm:prSet presAssocID="{E5215867-2835-4DB2-B461-5AA0BEA7BF2F}" presName="rootnode" presStyleCnt="0">
        <dgm:presLayoutVars>
          <dgm:chMax/>
          <dgm:chPref/>
          <dgm:dir/>
          <dgm:animLvl val="lvl"/>
        </dgm:presLayoutVars>
      </dgm:prSet>
      <dgm:spPr/>
    </dgm:pt>
    <dgm:pt modelId="{9219D304-5BF7-4420-B18E-4936DC75D25E}" type="pres">
      <dgm:prSet presAssocID="{4EE73D9F-8395-4429-809F-2E2B2D0F708D}" presName="composite" presStyleCnt="0"/>
      <dgm:spPr/>
    </dgm:pt>
    <dgm:pt modelId="{DC37D0F9-1C49-4EEE-A383-692427FBB1A3}" type="pres">
      <dgm:prSet presAssocID="{4EE73D9F-8395-4429-809F-2E2B2D0F708D}" presName="bentUpArrow1" presStyleLbl="alignImgPlace1" presStyleIdx="0" presStyleCnt="4"/>
      <dgm:spPr/>
    </dgm:pt>
    <dgm:pt modelId="{FBB5882D-E862-429B-B348-85270FF3C8FE}" type="pres">
      <dgm:prSet presAssocID="{4EE73D9F-8395-4429-809F-2E2B2D0F708D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877D8643-D934-4CB5-8544-5B856B2C01AA}" type="pres">
      <dgm:prSet presAssocID="{4EE73D9F-8395-4429-809F-2E2B2D0F708D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F33CC3D7-4925-42BE-9143-14BA687C5E12}" type="pres">
      <dgm:prSet presAssocID="{EB251A7A-2CD8-41A4-93EC-6E2120E98CFA}" presName="sibTrans" presStyleCnt="0"/>
      <dgm:spPr/>
    </dgm:pt>
    <dgm:pt modelId="{72CD1AC8-62F4-46EF-ABBD-3D96CB3CF062}" type="pres">
      <dgm:prSet presAssocID="{F73C3F95-385C-4FE5-B8F3-A00B0EF13CC3}" presName="composite" presStyleCnt="0"/>
      <dgm:spPr/>
    </dgm:pt>
    <dgm:pt modelId="{DA68689A-09EA-4126-8317-009F46E23937}" type="pres">
      <dgm:prSet presAssocID="{F73C3F95-385C-4FE5-B8F3-A00B0EF13CC3}" presName="bentUpArrow1" presStyleLbl="alignImgPlace1" presStyleIdx="1" presStyleCnt="4"/>
      <dgm:spPr/>
    </dgm:pt>
    <dgm:pt modelId="{7FB8A455-19F0-42BA-A465-952413D30753}" type="pres">
      <dgm:prSet presAssocID="{F73C3F95-385C-4FE5-B8F3-A00B0EF13CC3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EDC7293E-ED45-4B24-A524-15B72C3D34E3}" type="pres">
      <dgm:prSet presAssocID="{F73C3F95-385C-4FE5-B8F3-A00B0EF13CC3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EF5EA0AB-84E7-4742-9BA3-3AD059060689}" type="pres">
      <dgm:prSet presAssocID="{ED6789EC-E4EA-4F48-B1D5-B6FD6FC0746B}" presName="sibTrans" presStyleCnt="0"/>
      <dgm:spPr/>
    </dgm:pt>
    <dgm:pt modelId="{13D80955-35C6-4BB4-9894-E52EC9966BE2}" type="pres">
      <dgm:prSet presAssocID="{9802AE60-1691-4387-9BF8-477F2E6AD319}" presName="composite" presStyleCnt="0"/>
      <dgm:spPr/>
    </dgm:pt>
    <dgm:pt modelId="{B7515CF2-A8DF-4F3E-A5D5-BCC04AEF88AB}" type="pres">
      <dgm:prSet presAssocID="{9802AE60-1691-4387-9BF8-477F2E6AD319}" presName="bentUpArrow1" presStyleLbl="alignImgPlace1" presStyleIdx="2" presStyleCnt="4"/>
      <dgm:spPr/>
    </dgm:pt>
    <dgm:pt modelId="{F0A93BE4-1947-43E1-B8ED-956F42B50FFE}" type="pres">
      <dgm:prSet presAssocID="{9802AE60-1691-4387-9BF8-477F2E6AD319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1B76085B-BEA6-4ABF-BDB6-3C21BE459542}" type="pres">
      <dgm:prSet presAssocID="{9802AE60-1691-4387-9BF8-477F2E6AD319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29945A4F-9280-40A7-AB3A-EACCC9AC288A}" type="pres">
      <dgm:prSet presAssocID="{CE95A174-EC37-42F7-AD73-B90CFE1D14E0}" presName="sibTrans" presStyleCnt="0"/>
      <dgm:spPr/>
    </dgm:pt>
    <dgm:pt modelId="{97F4E22D-2834-47FE-B64B-0D32775FE869}" type="pres">
      <dgm:prSet presAssocID="{90D58475-A07D-46AE-9632-B3258729A927}" presName="composite" presStyleCnt="0"/>
      <dgm:spPr/>
    </dgm:pt>
    <dgm:pt modelId="{62D1D6AC-C935-40AA-9CA1-9DB3C6C1F5A5}" type="pres">
      <dgm:prSet presAssocID="{90D58475-A07D-46AE-9632-B3258729A927}" presName="bentUpArrow1" presStyleLbl="alignImgPlace1" presStyleIdx="3" presStyleCnt="4"/>
      <dgm:spPr/>
    </dgm:pt>
    <dgm:pt modelId="{B290BA1E-584B-488C-A4DC-930842F5D538}" type="pres">
      <dgm:prSet presAssocID="{90D58475-A07D-46AE-9632-B3258729A927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62FA8F02-1ADB-4422-8295-CF375A6ECBBC}" type="pres">
      <dgm:prSet presAssocID="{90D58475-A07D-46AE-9632-B3258729A927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F6807B44-1FBA-415D-B8C5-789BFD5BEE18}" type="pres">
      <dgm:prSet presAssocID="{55AA1EB7-BDAA-4B86-B1A8-CEF4C062B6E6}" presName="sibTrans" presStyleCnt="0"/>
      <dgm:spPr/>
    </dgm:pt>
    <dgm:pt modelId="{34FC97C1-C101-4309-B132-8DBBFD7B2926}" type="pres">
      <dgm:prSet presAssocID="{2E9920F0-50AC-402B-A518-FF31AA02023A}" presName="composite" presStyleCnt="0"/>
      <dgm:spPr/>
    </dgm:pt>
    <dgm:pt modelId="{180E20CE-EF95-469A-9249-B9ACDAE2BFB6}" type="pres">
      <dgm:prSet presAssocID="{2E9920F0-50AC-402B-A518-FF31AA02023A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  <dgm:pt modelId="{2DAA66BF-5FC6-400B-AD17-473994A30EC2}" type="pres">
      <dgm:prSet presAssocID="{2E9920F0-50AC-402B-A518-FF31AA02023A}" presName="Final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8CA34200-CDD0-4AFF-96BC-68573F0F808D}" srcId="{E5215867-2835-4DB2-B461-5AA0BEA7BF2F}" destId="{90D58475-A07D-46AE-9632-B3258729A927}" srcOrd="3" destOrd="0" parTransId="{E060DC94-3453-469F-9198-AC0D7B852CCD}" sibTransId="{55AA1EB7-BDAA-4B86-B1A8-CEF4C062B6E6}"/>
    <dgm:cxn modelId="{91069F0D-23BD-4872-A6C8-26BE0CCC4B6F}" type="presOf" srcId="{F73C3F95-385C-4FE5-B8F3-A00B0EF13CC3}" destId="{7FB8A455-19F0-42BA-A465-952413D30753}" srcOrd="0" destOrd="0" presId="urn:microsoft.com/office/officeart/2005/8/layout/StepDownProcess"/>
    <dgm:cxn modelId="{140AED10-9CA9-46A2-A99A-BBD29031D18F}" type="presOf" srcId="{2E9920F0-50AC-402B-A518-FF31AA02023A}" destId="{180E20CE-EF95-469A-9249-B9ACDAE2BFB6}" srcOrd="0" destOrd="0" presId="urn:microsoft.com/office/officeart/2005/8/layout/StepDownProcess"/>
    <dgm:cxn modelId="{E5C17F1A-5008-45A6-AAE9-3A9604055249}" type="presOf" srcId="{4FF156D4-62C1-4541-A491-633D10D0565A}" destId="{EDC7293E-ED45-4B24-A524-15B72C3D34E3}" srcOrd="0" destOrd="0" presId="urn:microsoft.com/office/officeart/2005/8/layout/StepDownProcess"/>
    <dgm:cxn modelId="{59F2361D-F3B4-4D51-9571-95E78A39CC09}" type="presOf" srcId="{9802AE60-1691-4387-9BF8-477F2E6AD319}" destId="{F0A93BE4-1947-43E1-B8ED-956F42B50FFE}" srcOrd="0" destOrd="0" presId="urn:microsoft.com/office/officeart/2005/8/layout/StepDownProcess"/>
    <dgm:cxn modelId="{11D18B29-CC44-4D4E-B24E-6F72D9CC7280}" srcId="{E5215867-2835-4DB2-B461-5AA0BEA7BF2F}" destId="{4EE73D9F-8395-4429-809F-2E2B2D0F708D}" srcOrd="0" destOrd="0" parTransId="{4570803E-CB71-4A31-ACEE-953CDAB53F43}" sibTransId="{EB251A7A-2CD8-41A4-93EC-6E2120E98CFA}"/>
    <dgm:cxn modelId="{EA303F2D-1A38-4F86-A447-F0A44EACD638}" type="presOf" srcId="{5E8BE3BA-6EDB-42EE-951D-520648C03542}" destId="{62FA8F02-1ADB-4422-8295-CF375A6ECBBC}" srcOrd="0" destOrd="0" presId="urn:microsoft.com/office/officeart/2005/8/layout/StepDownProcess"/>
    <dgm:cxn modelId="{A05EF45B-6516-4A69-927D-62B9C8E02C6B}" srcId="{E5215867-2835-4DB2-B461-5AA0BEA7BF2F}" destId="{2E9920F0-50AC-402B-A518-FF31AA02023A}" srcOrd="4" destOrd="0" parTransId="{96C36695-776C-45C1-862A-616E78424EDE}" sibTransId="{3B352847-5FA1-4E75-B3E8-FDD6D01841D2}"/>
    <dgm:cxn modelId="{A40E0D6B-C535-470A-B170-EC593975A8FF}" srcId="{90D58475-A07D-46AE-9632-B3258729A927}" destId="{5E8BE3BA-6EDB-42EE-951D-520648C03542}" srcOrd="0" destOrd="0" parTransId="{C735AFA7-3408-40F9-BE3E-782E7C5988E5}" sibTransId="{A14BDA57-AEF8-4B0E-ADA9-4184D452DA03}"/>
    <dgm:cxn modelId="{BAC69255-F94B-4598-9B25-C585C33FD66A}" type="presOf" srcId="{FBDDF804-B20D-447F-9264-4A6DF7BB1BE7}" destId="{1B76085B-BEA6-4ABF-BDB6-3C21BE459542}" srcOrd="0" destOrd="0" presId="urn:microsoft.com/office/officeart/2005/8/layout/StepDownProcess"/>
    <dgm:cxn modelId="{9132CC7D-642C-41C5-ABE7-C1978D4FE815}" type="presOf" srcId="{AA9F159A-27CA-451D-AAC7-2D45C4A6D5C1}" destId="{2DAA66BF-5FC6-400B-AD17-473994A30EC2}" srcOrd="0" destOrd="0" presId="urn:microsoft.com/office/officeart/2005/8/layout/StepDownProcess"/>
    <dgm:cxn modelId="{155E5983-93CC-4F3E-B3B1-82A54DDED4BA}" srcId="{E5215867-2835-4DB2-B461-5AA0BEA7BF2F}" destId="{F73C3F95-385C-4FE5-B8F3-A00B0EF13CC3}" srcOrd="1" destOrd="0" parTransId="{0F19C12B-BAAF-4014-B027-51C7FC7A4327}" sibTransId="{ED6789EC-E4EA-4F48-B1D5-B6FD6FC0746B}"/>
    <dgm:cxn modelId="{B732A58B-1FD9-4AC9-A200-6911A65B180D}" srcId="{2E9920F0-50AC-402B-A518-FF31AA02023A}" destId="{AA9F159A-27CA-451D-AAC7-2D45C4A6D5C1}" srcOrd="0" destOrd="0" parTransId="{103C346F-83E6-4F08-9CE5-6F1AEDED68CD}" sibTransId="{9BB6A010-0177-4C82-BC20-1AA83248F0BB}"/>
    <dgm:cxn modelId="{3F9C8198-F8F3-419B-81C0-FB41AE539F3B}" type="presOf" srcId="{90D58475-A07D-46AE-9632-B3258729A927}" destId="{B290BA1E-584B-488C-A4DC-930842F5D538}" srcOrd="0" destOrd="0" presId="urn:microsoft.com/office/officeart/2005/8/layout/StepDownProcess"/>
    <dgm:cxn modelId="{2C61C79B-D966-4311-BD0F-DE5ECE30DB75}" srcId="{F73C3F95-385C-4FE5-B8F3-A00B0EF13CC3}" destId="{4FF156D4-62C1-4541-A491-633D10D0565A}" srcOrd="0" destOrd="0" parTransId="{201E3F68-4437-4964-ADD3-D35C6967181F}" sibTransId="{5B618854-1346-45F5-A80C-6975AEA1F253}"/>
    <dgm:cxn modelId="{DCC78EBB-3075-4604-8A1E-B1D3D720D5A4}" srcId="{4EE73D9F-8395-4429-809F-2E2B2D0F708D}" destId="{0483CC1D-EC7D-4174-B0EA-50C30FC9D3EC}" srcOrd="0" destOrd="0" parTransId="{D0F1A251-FFBE-400B-A10B-33146A970F69}" sibTransId="{CB4AF206-A516-4865-A44F-03B61AF04F16}"/>
    <dgm:cxn modelId="{B4AD88D2-D83E-40E0-80D3-AAB70394CF43}" type="presOf" srcId="{0483CC1D-EC7D-4174-B0EA-50C30FC9D3EC}" destId="{877D8643-D934-4CB5-8544-5B856B2C01AA}" srcOrd="0" destOrd="0" presId="urn:microsoft.com/office/officeart/2005/8/layout/StepDownProcess"/>
    <dgm:cxn modelId="{DD18FAD5-A11F-49D9-B51D-1CDBFECAB482}" srcId="{9802AE60-1691-4387-9BF8-477F2E6AD319}" destId="{FBDDF804-B20D-447F-9264-4A6DF7BB1BE7}" srcOrd="0" destOrd="0" parTransId="{87D7BDBA-4E22-4625-A2AA-4FC88CCDF8E9}" sibTransId="{8AEA23B3-20FA-4DD0-AA8E-CC168BB81841}"/>
    <dgm:cxn modelId="{8B2645D7-6BDC-47AF-B613-726881DF8568}" srcId="{E5215867-2835-4DB2-B461-5AA0BEA7BF2F}" destId="{9802AE60-1691-4387-9BF8-477F2E6AD319}" srcOrd="2" destOrd="0" parTransId="{5345C936-8F6D-42AC-8CC0-61806DD68C1C}" sibTransId="{CE95A174-EC37-42F7-AD73-B90CFE1D14E0}"/>
    <dgm:cxn modelId="{2FC299E1-320A-46BE-8250-65DAB67302AF}" type="presOf" srcId="{4EE73D9F-8395-4429-809F-2E2B2D0F708D}" destId="{FBB5882D-E862-429B-B348-85270FF3C8FE}" srcOrd="0" destOrd="0" presId="urn:microsoft.com/office/officeart/2005/8/layout/StepDownProcess"/>
    <dgm:cxn modelId="{EF9401F2-3345-4F36-A3B7-A185FEAAE1D4}" type="presOf" srcId="{E5215867-2835-4DB2-B461-5AA0BEA7BF2F}" destId="{523E45C8-A555-4A3C-A8E8-596D872E881B}" srcOrd="0" destOrd="0" presId="urn:microsoft.com/office/officeart/2005/8/layout/StepDownProcess"/>
    <dgm:cxn modelId="{34086931-C43B-44B2-BA5B-0BC3FFC4A15F}" type="presParOf" srcId="{523E45C8-A555-4A3C-A8E8-596D872E881B}" destId="{9219D304-5BF7-4420-B18E-4936DC75D25E}" srcOrd="0" destOrd="0" presId="urn:microsoft.com/office/officeart/2005/8/layout/StepDownProcess"/>
    <dgm:cxn modelId="{6FBDC5AC-A031-4696-8991-42161F2B576E}" type="presParOf" srcId="{9219D304-5BF7-4420-B18E-4936DC75D25E}" destId="{DC37D0F9-1C49-4EEE-A383-692427FBB1A3}" srcOrd="0" destOrd="0" presId="urn:microsoft.com/office/officeart/2005/8/layout/StepDownProcess"/>
    <dgm:cxn modelId="{BDF574E5-7720-413D-BA0F-FFFD9E2E12D9}" type="presParOf" srcId="{9219D304-5BF7-4420-B18E-4936DC75D25E}" destId="{FBB5882D-E862-429B-B348-85270FF3C8FE}" srcOrd="1" destOrd="0" presId="urn:microsoft.com/office/officeart/2005/8/layout/StepDownProcess"/>
    <dgm:cxn modelId="{B96A41A3-CA56-4CF3-91C1-8951AC2A74D8}" type="presParOf" srcId="{9219D304-5BF7-4420-B18E-4936DC75D25E}" destId="{877D8643-D934-4CB5-8544-5B856B2C01AA}" srcOrd="2" destOrd="0" presId="urn:microsoft.com/office/officeart/2005/8/layout/StepDownProcess"/>
    <dgm:cxn modelId="{3C83F501-D6F6-447A-8639-7802AC452F20}" type="presParOf" srcId="{523E45C8-A555-4A3C-A8E8-596D872E881B}" destId="{F33CC3D7-4925-42BE-9143-14BA687C5E12}" srcOrd="1" destOrd="0" presId="urn:microsoft.com/office/officeart/2005/8/layout/StepDownProcess"/>
    <dgm:cxn modelId="{631E16EA-CBB4-4F46-933C-5133855C3E8F}" type="presParOf" srcId="{523E45C8-A555-4A3C-A8E8-596D872E881B}" destId="{72CD1AC8-62F4-46EF-ABBD-3D96CB3CF062}" srcOrd="2" destOrd="0" presId="urn:microsoft.com/office/officeart/2005/8/layout/StepDownProcess"/>
    <dgm:cxn modelId="{B3DE1896-6A20-44EF-8B36-C2652613B32C}" type="presParOf" srcId="{72CD1AC8-62F4-46EF-ABBD-3D96CB3CF062}" destId="{DA68689A-09EA-4126-8317-009F46E23937}" srcOrd="0" destOrd="0" presId="urn:microsoft.com/office/officeart/2005/8/layout/StepDownProcess"/>
    <dgm:cxn modelId="{B0FE5CA0-8FE1-4AFF-A331-A54659DBFAC7}" type="presParOf" srcId="{72CD1AC8-62F4-46EF-ABBD-3D96CB3CF062}" destId="{7FB8A455-19F0-42BA-A465-952413D30753}" srcOrd="1" destOrd="0" presId="urn:microsoft.com/office/officeart/2005/8/layout/StepDownProcess"/>
    <dgm:cxn modelId="{FE93D9E0-3874-4BC7-9D0A-F57A2C08967C}" type="presParOf" srcId="{72CD1AC8-62F4-46EF-ABBD-3D96CB3CF062}" destId="{EDC7293E-ED45-4B24-A524-15B72C3D34E3}" srcOrd="2" destOrd="0" presId="urn:microsoft.com/office/officeart/2005/8/layout/StepDownProcess"/>
    <dgm:cxn modelId="{BF6ACA49-5F43-489D-938C-B4F71157A891}" type="presParOf" srcId="{523E45C8-A555-4A3C-A8E8-596D872E881B}" destId="{EF5EA0AB-84E7-4742-9BA3-3AD059060689}" srcOrd="3" destOrd="0" presId="urn:microsoft.com/office/officeart/2005/8/layout/StepDownProcess"/>
    <dgm:cxn modelId="{98843DEB-D1B8-438D-8A48-E647CCC7B204}" type="presParOf" srcId="{523E45C8-A555-4A3C-A8E8-596D872E881B}" destId="{13D80955-35C6-4BB4-9894-E52EC9966BE2}" srcOrd="4" destOrd="0" presId="urn:microsoft.com/office/officeart/2005/8/layout/StepDownProcess"/>
    <dgm:cxn modelId="{3098AB3C-8B72-4810-BC46-C389AA37ADA4}" type="presParOf" srcId="{13D80955-35C6-4BB4-9894-E52EC9966BE2}" destId="{B7515CF2-A8DF-4F3E-A5D5-BCC04AEF88AB}" srcOrd="0" destOrd="0" presId="urn:microsoft.com/office/officeart/2005/8/layout/StepDownProcess"/>
    <dgm:cxn modelId="{91C2B401-E025-451E-AA07-CB32002964B9}" type="presParOf" srcId="{13D80955-35C6-4BB4-9894-E52EC9966BE2}" destId="{F0A93BE4-1947-43E1-B8ED-956F42B50FFE}" srcOrd="1" destOrd="0" presId="urn:microsoft.com/office/officeart/2005/8/layout/StepDownProcess"/>
    <dgm:cxn modelId="{EC88BB8B-8C7F-4A92-9661-8B8D94B8811B}" type="presParOf" srcId="{13D80955-35C6-4BB4-9894-E52EC9966BE2}" destId="{1B76085B-BEA6-4ABF-BDB6-3C21BE459542}" srcOrd="2" destOrd="0" presId="urn:microsoft.com/office/officeart/2005/8/layout/StepDownProcess"/>
    <dgm:cxn modelId="{D3E9FC83-B20D-4FC5-8602-6AE6DF62B359}" type="presParOf" srcId="{523E45C8-A555-4A3C-A8E8-596D872E881B}" destId="{29945A4F-9280-40A7-AB3A-EACCC9AC288A}" srcOrd="5" destOrd="0" presId="urn:microsoft.com/office/officeart/2005/8/layout/StepDownProcess"/>
    <dgm:cxn modelId="{C8E83957-02A9-4D2F-A0CF-D51FE0BEE19E}" type="presParOf" srcId="{523E45C8-A555-4A3C-A8E8-596D872E881B}" destId="{97F4E22D-2834-47FE-B64B-0D32775FE869}" srcOrd="6" destOrd="0" presId="urn:microsoft.com/office/officeart/2005/8/layout/StepDownProcess"/>
    <dgm:cxn modelId="{70B23F86-A2CF-461E-A958-5B9200298B7F}" type="presParOf" srcId="{97F4E22D-2834-47FE-B64B-0D32775FE869}" destId="{62D1D6AC-C935-40AA-9CA1-9DB3C6C1F5A5}" srcOrd="0" destOrd="0" presId="urn:microsoft.com/office/officeart/2005/8/layout/StepDownProcess"/>
    <dgm:cxn modelId="{3B287006-93B8-483C-8949-9D43F0EF322F}" type="presParOf" srcId="{97F4E22D-2834-47FE-B64B-0D32775FE869}" destId="{B290BA1E-584B-488C-A4DC-930842F5D538}" srcOrd="1" destOrd="0" presId="urn:microsoft.com/office/officeart/2005/8/layout/StepDownProcess"/>
    <dgm:cxn modelId="{36D23BE0-723D-4C80-BF88-1CC9F222CDBC}" type="presParOf" srcId="{97F4E22D-2834-47FE-B64B-0D32775FE869}" destId="{62FA8F02-1ADB-4422-8295-CF375A6ECBBC}" srcOrd="2" destOrd="0" presId="urn:microsoft.com/office/officeart/2005/8/layout/StepDownProcess"/>
    <dgm:cxn modelId="{1CE77C73-055C-4F8D-9988-6688293549EB}" type="presParOf" srcId="{523E45C8-A555-4A3C-A8E8-596D872E881B}" destId="{F6807B44-1FBA-415D-B8C5-789BFD5BEE18}" srcOrd="7" destOrd="0" presId="urn:microsoft.com/office/officeart/2005/8/layout/StepDownProcess"/>
    <dgm:cxn modelId="{7DE47B13-BC2C-482E-94B9-F9C012B03504}" type="presParOf" srcId="{523E45C8-A555-4A3C-A8E8-596D872E881B}" destId="{34FC97C1-C101-4309-B132-8DBBFD7B2926}" srcOrd="8" destOrd="0" presId="urn:microsoft.com/office/officeart/2005/8/layout/StepDownProcess"/>
    <dgm:cxn modelId="{56658D50-802D-469C-9B5B-26C274A370B2}" type="presParOf" srcId="{34FC97C1-C101-4309-B132-8DBBFD7B2926}" destId="{180E20CE-EF95-469A-9249-B9ACDAE2BFB6}" srcOrd="0" destOrd="0" presId="urn:microsoft.com/office/officeart/2005/8/layout/StepDownProcess"/>
    <dgm:cxn modelId="{C79FD75D-C156-42FE-90C9-A78C15F99ED9}" type="presParOf" srcId="{34FC97C1-C101-4309-B132-8DBBFD7B2926}" destId="{2DAA66BF-5FC6-400B-AD17-473994A30EC2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C52245-93AF-4C75-9954-55EDE041D0FB}">
      <dsp:nvSpPr>
        <dsp:cNvPr id="0" name=""/>
        <dsp:cNvSpPr/>
      </dsp:nvSpPr>
      <dsp:spPr>
        <a:xfrm>
          <a:off x="0" y="92074"/>
          <a:ext cx="3238500" cy="19430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300" kern="1200" dirty="0"/>
            <a:t>Population</a:t>
          </a:r>
        </a:p>
      </dsp:txBody>
      <dsp:txXfrm>
        <a:off x="0" y="92074"/>
        <a:ext cx="3238500" cy="1943099"/>
      </dsp:txXfrm>
    </dsp:sp>
    <dsp:sp modelId="{9CD371BD-9F47-4ADA-83B0-20C7DF5F2785}">
      <dsp:nvSpPr>
        <dsp:cNvPr id="0" name=""/>
        <dsp:cNvSpPr/>
      </dsp:nvSpPr>
      <dsp:spPr>
        <a:xfrm>
          <a:off x="3562350" y="92074"/>
          <a:ext cx="3238500" cy="19430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300" kern="1200" dirty="0"/>
            <a:t>Régions du monde</a:t>
          </a:r>
        </a:p>
      </dsp:txBody>
      <dsp:txXfrm>
        <a:off x="3562350" y="92074"/>
        <a:ext cx="3238500" cy="1943099"/>
      </dsp:txXfrm>
    </dsp:sp>
    <dsp:sp modelId="{98B8252D-E4C2-4957-8368-33ACDA493F8E}">
      <dsp:nvSpPr>
        <dsp:cNvPr id="0" name=""/>
        <dsp:cNvSpPr/>
      </dsp:nvSpPr>
      <dsp:spPr>
        <a:xfrm>
          <a:off x="7124700" y="92074"/>
          <a:ext cx="3238500" cy="19430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300" kern="1200" dirty="0"/>
            <a:t>Stabilité politique</a:t>
          </a:r>
        </a:p>
      </dsp:txBody>
      <dsp:txXfrm>
        <a:off x="7124700" y="92074"/>
        <a:ext cx="3238500" cy="1943099"/>
      </dsp:txXfrm>
    </dsp:sp>
    <dsp:sp modelId="{333587A2-E394-43F7-9A86-482A36B6C7CE}">
      <dsp:nvSpPr>
        <dsp:cNvPr id="0" name=""/>
        <dsp:cNvSpPr/>
      </dsp:nvSpPr>
      <dsp:spPr>
        <a:xfrm>
          <a:off x="1781174" y="2359024"/>
          <a:ext cx="3238500" cy="19430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300" kern="1200" dirty="0"/>
            <a:t>Mortalité</a:t>
          </a:r>
        </a:p>
      </dsp:txBody>
      <dsp:txXfrm>
        <a:off x="1781174" y="2359024"/>
        <a:ext cx="3238500" cy="1943099"/>
      </dsp:txXfrm>
    </dsp:sp>
    <dsp:sp modelId="{0C098948-97B8-4B9E-9D7F-FB4BA9CECA03}">
      <dsp:nvSpPr>
        <dsp:cNvPr id="0" name=""/>
        <dsp:cNvSpPr/>
      </dsp:nvSpPr>
      <dsp:spPr>
        <a:xfrm>
          <a:off x="5343525" y="2359025"/>
          <a:ext cx="3238500" cy="19430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300" kern="1200" dirty="0"/>
            <a:t>Accès à l’eau potable</a:t>
          </a:r>
        </a:p>
      </dsp:txBody>
      <dsp:txXfrm>
        <a:off x="5343525" y="2359025"/>
        <a:ext cx="3238500" cy="19430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7D0F9-1C49-4EEE-A383-692427FBB1A3}">
      <dsp:nvSpPr>
        <dsp:cNvPr id="0" name=""/>
        <dsp:cNvSpPr/>
      </dsp:nvSpPr>
      <dsp:spPr>
        <a:xfrm rot="5400000">
          <a:off x="162947" y="899145"/>
          <a:ext cx="609952" cy="69440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B5882D-E862-429B-B348-85270FF3C8FE}">
      <dsp:nvSpPr>
        <dsp:cNvPr id="0" name=""/>
        <dsp:cNvSpPr/>
      </dsp:nvSpPr>
      <dsp:spPr>
        <a:xfrm>
          <a:off x="1347" y="223000"/>
          <a:ext cx="1026800" cy="71872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Population</a:t>
          </a:r>
        </a:p>
      </dsp:txBody>
      <dsp:txXfrm>
        <a:off x="36439" y="258092"/>
        <a:ext cx="956616" cy="648543"/>
      </dsp:txXfrm>
    </dsp:sp>
    <dsp:sp modelId="{877D8643-D934-4CB5-8544-5B856B2C01AA}">
      <dsp:nvSpPr>
        <dsp:cNvPr id="0" name=""/>
        <dsp:cNvSpPr/>
      </dsp:nvSpPr>
      <dsp:spPr>
        <a:xfrm>
          <a:off x="1028147" y="291547"/>
          <a:ext cx="746797" cy="580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kern="1200" dirty="0" err="1"/>
            <a:t>Left</a:t>
          </a:r>
          <a:r>
            <a:rPr lang="fr-FR" sz="900" kern="1200" dirty="0"/>
            <a:t> </a:t>
          </a:r>
          <a:r>
            <a:rPr lang="fr-FR" sz="900" kern="1200" dirty="0" err="1"/>
            <a:t>join</a:t>
          </a:r>
          <a:r>
            <a:rPr lang="fr-FR" sz="900" kern="1200" dirty="0"/>
            <a:t> (Country)</a:t>
          </a:r>
        </a:p>
      </dsp:txBody>
      <dsp:txXfrm>
        <a:off x="1028147" y="291547"/>
        <a:ext cx="746797" cy="580907"/>
      </dsp:txXfrm>
    </dsp:sp>
    <dsp:sp modelId="{DA68689A-09EA-4126-8317-009F46E23937}">
      <dsp:nvSpPr>
        <dsp:cNvPr id="0" name=""/>
        <dsp:cNvSpPr/>
      </dsp:nvSpPr>
      <dsp:spPr>
        <a:xfrm rot="5400000">
          <a:off x="1014274" y="1706512"/>
          <a:ext cx="609952" cy="69440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B8A455-19F0-42BA-A465-952413D30753}">
      <dsp:nvSpPr>
        <dsp:cNvPr id="0" name=""/>
        <dsp:cNvSpPr/>
      </dsp:nvSpPr>
      <dsp:spPr>
        <a:xfrm>
          <a:off x="852674" y="1030368"/>
          <a:ext cx="1026800" cy="71872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Région</a:t>
          </a:r>
        </a:p>
      </dsp:txBody>
      <dsp:txXfrm>
        <a:off x="887766" y="1065460"/>
        <a:ext cx="956616" cy="648543"/>
      </dsp:txXfrm>
    </dsp:sp>
    <dsp:sp modelId="{EDC7293E-ED45-4B24-A524-15B72C3D34E3}">
      <dsp:nvSpPr>
        <dsp:cNvPr id="0" name=""/>
        <dsp:cNvSpPr/>
      </dsp:nvSpPr>
      <dsp:spPr>
        <a:xfrm>
          <a:off x="1879474" y="1098915"/>
          <a:ext cx="746797" cy="580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kern="1200" dirty="0" err="1"/>
            <a:t>Left</a:t>
          </a:r>
          <a:r>
            <a:rPr lang="fr-FR" sz="900" kern="1200" dirty="0"/>
            <a:t> </a:t>
          </a:r>
          <a:r>
            <a:rPr lang="fr-FR" sz="900" kern="1200" dirty="0" err="1"/>
            <a:t>join</a:t>
          </a:r>
          <a:r>
            <a:rPr lang="fr-FR" sz="900" kern="1200" dirty="0"/>
            <a:t> (Country, </a:t>
          </a:r>
          <a:r>
            <a:rPr lang="fr-FR" sz="900" kern="1200" dirty="0" err="1"/>
            <a:t>Granularity</a:t>
          </a:r>
          <a:r>
            <a:rPr lang="fr-FR" sz="900" kern="1200" dirty="0"/>
            <a:t>, </a:t>
          </a:r>
          <a:r>
            <a:rPr lang="fr-FR" sz="900" kern="1200" dirty="0" err="1"/>
            <a:t>Year</a:t>
          </a:r>
          <a:r>
            <a:rPr lang="fr-FR" sz="900" kern="1200" dirty="0"/>
            <a:t>)</a:t>
          </a:r>
        </a:p>
      </dsp:txBody>
      <dsp:txXfrm>
        <a:off x="1879474" y="1098915"/>
        <a:ext cx="746797" cy="580907"/>
      </dsp:txXfrm>
    </dsp:sp>
    <dsp:sp modelId="{B7515CF2-A8DF-4F3E-A5D5-BCC04AEF88AB}">
      <dsp:nvSpPr>
        <dsp:cNvPr id="0" name=""/>
        <dsp:cNvSpPr/>
      </dsp:nvSpPr>
      <dsp:spPr>
        <a:xfrm rot="5400000">
          <a:off x="1865601" y="2513880"/>
          <a:ext cx="609952" cy="69440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A93BE4-1947-43E1-B8ED-956F42B50FFE}">
      <dsp:nvSpPr>
        <dsp:cNvPr id="0" name=""/>
        <dsp:cNvSpPr/>
      </dsp:nvSpPr>
      <dsp:spPr>
        <a:xfrm>
          <a:off x="1704001" y="1837736"/>
          <a:ext cx="1026800" cy="71872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Mortalité</a:t>
          </a:r>
        </a:p>
      </dsp:txBody>
      <dsp:txXfrm>
        <a:off x="1739093" y="1872828"/>
        <a:ext cx="956616" cy="648543"/>
      </dsp:txXfrm>
    </dsp:sp>
    <dsp:sp modelId="{1B76085B-BEA6-4ABF-BDB6-3C21BE459542}">
      <dsp:nvSpPr>
        <dsp:cNvPr id="0" name=""/>
        <dsp:cNvSpPr/>
      </dsp:nvSpPr>
      <dsp:spPr>
        <a:xfrm>
          <a:off x="2730801" y="1906283"/>
          <a:ext cx="746797" cy="580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kern="1200" dirty="0"/>
            <a:t>Full </a:t>
          </a:r>
          <a:r>
            <a:rPr lang="fr-FR" sz="900" kern="1200" dirty="0" err="1"/>
            <a:t>join</a:t>
          </a:r>
          <a:r>
            <a:rPr lang="fr-FR" sz="900" kern="1200" dirty="0"/>
            <a:t> (Country, </a:t>
          </a:r>
          <a:r>
            <a:rPr lang="fr-FR" sz="900" kern="1200" dirty="0" err="1"/>
            <a:t>Granularity</a:t>
          </a:r>
          <a:r>
            <a:rPr lang="fr-FR" sz="900" kern="1200" dirty="0"/>
            <a:t>, </a:t>
          </a:r>
          <a:r>
            <a:rPr lang="fr-FR" sz="900" kern="1200" dirty="0" err="1"/>
            <a:t>Year</a:t>
          </a:r>
          <a:r>
            <a:rPr lang="fr-FR" sz="900" kern="1200" dirty="0"/>
            <a:t>)</a:t>
          </a:r>
        </a:p>
      </dsp:txBody>
      <dsp:txXfrm>
        <a:off x="2730801" y="1906283"/>
        <a:ext cx="746797" cy="580907"/>
      </dsp:txXfrm>
    </dsp:sp>
    <dsp:sp modelId="{62D1D6AC-C935-40AA-9CA1-9DB3C6C1F5A5}">
      <dsp:nvSpPr>
        <dsp:cNvPr id="0" name=""/>
        <dsp:cNvSpPr/>
      </dsp:nvSpPr>
      <dsp:spPr>
        <a:xfrm rot="5400000">
          <a:off x="2716928" y="3321248"/>
          <a:ext cx="609952" cy="69440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90BA1E-584B-488C-A4DC-930842F5D538}">
      <dsp:nvSpPr>
        <dsp:cNvPr id="0" name=""/>
        <dsp:cNvSpPr/>
      </dsp:nvSpPr>
      <dsp:spPr>
        <a:xfrm>
          <a:off x="2555328" y="2645104"/>
          <a:ext cx="1026800" cy="71872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Stabilité politique</a:t>
          </a:r>
        </a:p>
      </dsp:txBody>
      <dsp:txXfrm>
        <a:off x="2590420" y="2680196"/>
        <a:ext cx="956616" cy="648543"/>
      </dsp:txXfrm>
    </dsp:sp>
    <dsp:sp modelId="{62FA8F02-1ADB-4422-8295-CF375A6ECBBC}">
      <dsp:nvSpPr>
        <dsp:cNvPr id="0" name=""/>
        <dsp:cNvSpPr/>
      </dsp:nvSpPr>
      <dsp:spPr>
        <a:xfrm>
          <a:off x="3582128" y="2713651"/>
          <a:ext cx="746797" cy="580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kern="1200" dirty="0"/>
            <a:t>Full </a:t>
          </a:r>
          <a:r>
            <a:rPr lang="fr-FR" sz="900" kern="1200" dirty="0" err="1"/>
            <a:t>join</a:t>
          </a:r>
          <a:r>
            <a:rPr lang="fr-FR" sz="900" kern="1200" dirty="0"/>
            <a:t> (Country, </a:t>
          </a:r>
          <a:r>
            <a:rPr lang="fr-FR" sz="900" kern="1200" dirty="0" err="1"/>
            <a:t>Granularity</a:t>
          </a:r>
          <a:r>
            <a:rPr lang="fr-FR" sz="900" kern="1200" dirty="0"/>
            <a:t>, </a:t>
          </a:r>
          <a:r>
            <a:rPr lang="fr-FR" sz="900" kern="1200" dirty="0" err="1"/>
            <a:t>Year</a:t>
          </a:r>
          <a:r>
            <a:rPr lang="fr-FR" sz="900" kern="1200" dirty="0"/>
            <a:t>)</a:t>
          </a:r>
        </a:p>
      </dsp:txBody>
      <dsp:txXfrm>
        <a:off x="3582128" y="2713651"/>
        <a:ext cx="746797" cy="580907"/>
      </dsp:txXfrm>
    </dsp:sp>
    <dsp:sp modelId="{180E20CE-EF95-469A-9249-B9ACDAE2BFB6}">
      <dsp:nvSpPr>
        <dsp:cNvPr id="0" name=""/>
        <dsp:cNvSpPr/>
      </dsp:nvSpPr>
      <dsp:spPr>
        <a:xfrm>
          <a:off x="3406655" y="3452472"/>
          <a:ext cx="1026800" cy="71872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Accès à l’eau potable</a:t>
          </a:r>
        </a:p>
      </dsp:txBody>
      <dsp:txXfrm>
        <a:off x="3441747" y="3487564"/>
        <a:ext cx="956616" cy="648543"/>
      </dsp:txXfrm>
    </dsp:sp>
    <dsp:sp modelId="{2DAA66BF-5FC6-400B-AD17-473994A30EC2}">
      <dsp:nvSpPr>
        <dsp:cNvPr id="0" name=""/>
        <dsp:cNvSpPr/>
      </dsp:nvSpPr>
      <dsp:spPr>
        <a:xfrm>
          <a:off x="4433455" y="3521019"/>
          <a:ext cx="746797" cy="580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2600" kern="1200" dirty="0"/>
        </a:p>
      </dsp:txBody>
      <dsp:txXfrm>
        <a:off x="4433455" y="3521019"/>
        <a:ext cx="746797" cy="5809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6D96A-B456-4A5F-8718-5D0718B1E9EA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D37D0-5C02-4EF4-936C-D9ECED6A40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9014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1E43-1ABB-4E1B-90CD-2D8303A3523B}" type="datetime1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877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597807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397480"/>
            <a:ext cx="10363826" cy="439372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D3E3-4E81-4A6C-ACA7-3E499A126C22}" type="datetime1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F98BDD9-BC0D-39D9-E23E-4427599704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05" t="10650" r="29688" b="14439"/>
          <a:stretch>
            <a:fillRect/>
          </a:stretch>
        </p:blipFill>
        <p:spPr>
          <a:xfrm>
            <a:off x="913775" y="5883276"/>
            <a:ext cx="578596" cy="35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48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C78C6-C4E3-465D-909C-61C7DA59A28A}" type="datetime1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52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57192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302590"/>
            <a:ext cx="5106026" cy="448861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1302590"/>
            <a:ext cx="5105400" cy="448861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3A2F5-F592-4AFB-B63F-B7AC2A1C6BAE}" type="datetime1">
              <a:rPr lang="fr-FR" smtClean="0"/>
              <a:t>04/03/2026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819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5EF55-8531-4DD1-85E4-6307F3DF8560}" type="datetime1">
              <a:rPr lang="fr-FR" smtClean="0"/>
              <a:t>04/03/2026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490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2F833-01EF-467C-B039-8E9184D71A69}" type="datetime1">
              <a:rPr lang="fr-FR" smtClean="0"/>
              <a:t>04/03/2026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269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267D3-4788-4BB6-B247-5BCDF290BE6D}" type="datetime1">
              <a:rPr lang="fr-FR" smtClean="0"/>
              <a:t>04/03/2026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5654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1072551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1774227"/>
            <a:ext cx="3935689" cy="4016973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BF253-32F4-4DD3-ACB2-2D91D978404B}" type="datetime1">
              <a:rPr lang="fr-FR" smtClean="0"/>
              <a:t>04/03/2026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1BCC5EB-734D-CD60-212C-6191FFE43D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05" t="10650" r="29688" b="14439"/>
          <a:stretch>
            <a:fillRect/>
          </a:stretch>
        </p:blipFill>
        <p:spPr>
          <a:xfrm>
            <a:off x="913775" y="5883276"/>
            <a:ext cx="578596" cy="35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70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A425E-A29B-4C49-A3F0-B49A97BC392D}" type="datetime1">
              <a:rPr lang="fr-FR" smtClean="0"/>
              <a:t>04/03/2026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13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078A-D52E-45A8-8C0A-92C750CC2BC1}" type="datetime1">
              <a:rPr lang="fr-FR" smtClean="0"/>
              <a:t>04/03/2026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095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5A321-8A6E-49C2-B176-7DA022DD7351}" type="datetime1">
              <a:rPr lang="fr-FR" smtClean="0"/>
              <a:t>04/03/2026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792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164C-5D0E-4498-B194-AB38B365E106}" type="datetime1">
              <a:rPr lang="fr-FR" smtClean="0"/>
              <a:t>04/03/2026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034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611B4-02E2-4898-BB1A-6726836A8581}" type="datetime1">
              <a:rPr lang="fr-FR" smtClean="0"/>
              <a:t>04/03/2026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5483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9FE8-E520-45E9-8687-8D85361D5966}" type="datetime1">
              <a:rPr lang="fr-FR" smtClean="0"/>
              <a:t>04/03/2026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3669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AFDC3-ED85-42EA-BF13-FB82350CC80B}" type="datetime1">
              <a:rPr lang="fr-FR" smtClean="0"/>
              <a:t>04/03/2026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6251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9EEB-9896-49C5-B808-B7F7F516B79C}" type="datetime1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28883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C2E95-87FD-4345-BDB9-8378230F806E}" type="datetime1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345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254D-98E4-409C-8BDF-3E62B977909A}" type="datetime1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2456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D52DFD7-31E4-4E1A-B0D1-D83E2A182C14}" type="datetime1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74257C7-59BC-47D0-A3B5-719F743F50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074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26" r:id="rId1"/>
    <p:sldLayoutId id="2147485127" r:id="rId2"/>
    <p:sldLayoutId id="2147485128" r:id="rId3"/>
    <p:sldLayoutId id="2147485129" r:id="rId4"/>
    <p:sldLayoutId id="2147485130" r:id="rId5"/>
    <p:sldLayoutId id="2147485131" r:id="rId6"/>
    <p:sldLayoutId id="2147485132" r:id="rId7"/>
    <p:sldLayoutId id="2147485133" r:id="rId8"/>
    <p:sldLayoutId id="2147485134" r:id="rId9"/>
    <p:sldLayoutId id="2147485135" r:id="rId10"/>
    <p:sldLayoutId id="2147485136" r:id="rId11"/>
    <p:sldLayoutId id="2147485137" r:id="rId12"/>
    <p:sldLayoutId id="2147485138" r:id="rId13"/>
    <p:sldLayoutId id="2147485139" r:id="rId14"/>
    <p:sldLayoutId id="2147485140" r:id="rId15"/>
    <p:sldLayoutId id="2147485141" r:id="rId16"/>
    <p:sldLayoutId id="2147485142" r:id="rId17"/>
    <p:sldLayoutId id="2147485143" r:id="rId18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app/profile/ndeye.dieng3196/viz/shared/YB99HF4F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D12B84-E114-4493-D294-C86BFB370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548484"/>
            <a:ext cx="8689976" cy="1130806"/>
          </a:xfrm>
        </p:spPr>
        <p:txBody>
          <a:bodyPr/>
          <a:lstStyle/>
          <a:p>
            <a:r>
              <a:rPr lang="fr-FR" dirty="0"/>
              <a:t>Etude sur l’eau potable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A3B3CA8-305A-5A8D-5ECE-31EC7A356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05" t="10650" r="29688" b="14439"/>
          <a:stretch>
            <a:fillRect/>
          </a:stretch>
        </p:blipFill>
        <p:spPr>
          <a:xfrm>
            <a:off x="4189475" y="2790325"/>
            <a:ext cx="3813049" cy="235000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F65C71A-2FB3-A3E8-3AA2-F93203293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9" y="5309516"/>
            <a:ext cx="45720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9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55CDFE-CF36-C720-1DCE-7CC1AA5C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00FC953-2EED-1F3B-32CB-EC0AC670C4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DWFA (</a:t>
            </a:r>
            <a:r>
              <a:rPr lang="fr-FR" b="1" dirty="0" err="1"/>
              <a:t>D</a:t>
            </a:r>
            <a:r>
              <a:rPr lang="fr-FR" dirty="0" err="1"/>
              <a:t>rinking</a:t>
            </a:r>
            <a:r>
              <a:rPr lang="fr-FR" dirty="0"/>
              <a:t> </a:t>
            </a:r>
            <a:r>
              <a:rPr lang="fr-FR" b="1" dirty="0"/>
              <a:t>W</a:t>
            </a:r>
            <a:r>
              <a:rPr lang="fr-FR" dirty="0"/>
              <a:t>ater </a:t>
            </a:r>
            <a:r>
              <a:rPr lang="fr-FR" b="1" dirty="0"/>
              <a:t>F</a:t>
            </a:r>
            <a:r>
              <a:rPr lang="fr-FR" dirty="0"/>
              <a:t>or </a:t>
            </a:r>
            <a:r>
              <a:rPr lang="fr-FR" b="1" dirty="0"/>
              <a:t>A</a:t>
            </a:r>
            <a:r>
              <a:rPr lang="fr-FR" dirty="0"/>
              <a:t>ll) </a:t>
            </a:r>
            <a:r>
              <a:rPr lang="fr-FR" dirty="0">
                <a:sym typeface="Wingdings" panose="05000000000000000000" pitchFamily="2" charset="2"/>
              </a:rPr>
              <a:t> ONG dont le but est d’améliorer l’accès à l’eau potable dans le monde</a:t>
            </a:r>
          </a:p>
          <a:p>
            <a:r>
              <a:rPr lang="fr-FR" dirty="0">
                <a:sym typeface="Wingdings" panose="05000000000000000000" pitchFamily="2" charset="2"/>
              </a:rPr>
              <a:t>DWFA présente 3 domaines d’expertise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dirty="0">
                <a:sym typeface="Wingdings" panose="05000000000000000000" pitchFamily="2" charset="2"/>
              </a:rPr>
              <a:t>Création de services d’accès à l’eau potable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dirty="0">
                <a:sym typeface="Wingdings" panose="05000000000000000000" pitchFamily="2" charset="2"/>
              </a:rPr>
              <a:t>Modernisation de services d’accès à l’eau déjà existants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dirty="0">
                <a:sym typeface="Wingdings" panose="05000000000000000000" pitchFamily="2" charset="2"/>
              </a:rPr>
              <a:t>Consulting auprès d’administrations / gouvernements à propos des politiques d’accès à l’eau</a:t>
            </a:r>
          </a:p>
          <a:p>
            <a:r>
              <a:rPr lang="fr-FR" dirty="0">
                <a:sym typeface="Wingdings" panose="05000000000000000000" pitchFamily="2" charset="2"/>
              </a:rPr>
              <a:t>Objectif de l’analyse  Permettre à un bailleur de fond d’investir dans un pays dans un de ces 3 domaines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7880BB-85CF-1676-6560-54046AA79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792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BE5C9-EC74-E284-9BC0-8E68450C6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B75D23-69FB-DCDA-47AE-BF37F9120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des données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921DA823-3EAA-B836-F0EB-562963C51A5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31460813"/>
              </p:ext>
            </p:extLst>
          </p:nvPr>
        </p:nvGraphicFramePr>
        <p:xfrm>
          <a:off x="914400" y="1397000"/>
          <a:ext cx="1036320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9662C6-7875-DE36-46C2-66CA85942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657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E699-324B-DD29-A849-52478D19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010DB1-A7C7-C092-D1A7-F1B7C53C2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des données : Population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FD8CF37-49BC-4675-120B-61D416C663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3892" y="1368693"/>
            <a:ext cx="5182226" cy="4393720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Présentation</a:t>
            </a:r>
          </a:p>
          <a:p>
            <a:pPr lvl="1"/>
            <a:r>
              <a:rPr lang="fr-FR" dirty="0"/>
              <a:t>239 pays</a:t>
            </a:r>
          </a:p>
          <a:p>
            <a:pPr lvl="1"/>
            <a:r>
              <a:rPr lang="fr-FR" dirty="0"/>
              <a:t>5 granularités</a:t>
            </a:r>
          </a:p>
          <a:p>
            <a:pPr lvl="1"/>
            <a:r>
              <a:rPr lang="fr-FR" dirty="0"/>
              <a:t>Année de 2000 à 2018</a:t>
            </a:r>
          </a:p>
          <a:p>
            <a:r>
              <a:rPr lang="fr-FR" dirty="0"/>
              <a:t>Traitement</a:t>
            </a:r>
          </a:p>
          <a:p>
            <a:pPr lvl="1"/>
            <a:r>
              <a:rPr lang="fr-FR" dirty="0"/>
              <a:t>Multiplication de la population par 1000</a:t>
            </a:r>
          </a:p>
          <a:p>
            <a:pPr lvl="1"/>
            <a:r>
              <a:rPr lang="fr-FR" dirty="0"/>
              <a:t>Remplacement du nom du pays « North </a:t>
            </a:r>
            <a:r>
              <a:rPr lang="fr-FR" dirty="0" err="1"/>
              <a:t>Macedonia</a:t>
            </a:r>
            <a:r>
              <a:rPr lang="fr-FR" dirty="0"/>
              <a:t> » par « Republic of North </a:t>
            </a:r>
            <a:r>
              <a:rPr lang="fr-FR" dirty="0" err="1"/>
              <a:t>Macedonia</a:t>
            </a:r>
            <a:r>
              <a:rPr lang="fr-FR" dirty="0"/>
              <a:t> »</a:t>
            </a:r>
          </a:p>
          <a:p>
            <a:pPr lvl="1"/>
            <a:r>
              <a:rPr lang="fr-FR" dirty="0"/>
              <a:t>Suppression des pays « China, Hong Kong SAR », « China, Macao SAR », « China, </a:t>
            </a:r>
            <a:r>
              <a:rPr lang="fr-FR" dirty="0" err="1"/>
              <a:t>mainland</a:t>
            </a:r>
            <a:r>
              <a:rPr lang="fr-FR" dirty="0"/>
              <a:t> » et « China, Taiwan Province of »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D72F6B-B258-D64B-F519-CCB306850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4</a:t>
            </a:fld>
            <a:endParaRPr lang="fr-FR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8339D0CE-81D3-157D-F36D-634195E56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89" y="1352940"/>
            <a:ext cx="3629532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3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D67CB-63C4-64AB-D876-9D36EAB02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AF4E91-04FC-72B7-491B-6E9943F6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des données : REGION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E4074898-F92C-F74C-6C63-5E94A375B3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352940"/>
            <a:ext cx="3894200" cy="4393720"/>
          </a:xfrm>
        </p:spPr>
        <p:txBody>
          <a:bodyPr/>
          <a:lstStyle/>
          <a:p>
            <a:r>
              <a:rPr lang="fr-FR" dirty="0"/>
              <a:t>Présentation</a:t>
            </a:r>
          </a:p>
          <a:p>
            <a:pPr lvl="1"/>
            <a:r>
              <a:rPr lang="fr-FR" dirty="0"/>
              <a:t>6 régions</a:t>
            </a:r>
          </a:p>
          <a:p>
            <a:pPr lvl="1"/>
            <a:r>
              <a:rPr lang="fr-FR" dirty="0"/>
              <a:t>194 pays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CADEC7-8390-F79A-526D-F989A8ED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5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E407193-CAC9-0095-CF08-2D6A1C519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736" y="1343783"/>
            <a:ext cx="3277057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7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5DA0E-89C3-7DE1-48AC-0B9215F0A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F86D86-2C60-69C0-1D36-82F13136E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des données : INSTABILITE POLITIQUE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2D68245-E5E0-1591-AAB5-EF86C1A913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1373033"/>
            <a:ext cx="5182225" cy="4393720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Présentation</a:t>
            </a:r>
          </a:p>
          <a:p>
            <a:pPr lvl="1"/>
            <a:r>
              <a:rPr lang="fr-FR" dirty="0"/>
              <a:t>200 pays</a:t>
            </a:r>
          </a:p>
          <a:p>
            <a:pPr lvl="1"/>
            <a:r>
              <a:rPr lang="fr-FR" dirty="0"/>
              <a:t>1 granularité</a:t>
            </a:r>
          </a:p>
          <a:p>
            <a:pPr lvl="1"/>
            <a:r>
              <a:rPr lang="fr-FR" dirty="0"/>
              <a:t>Année 2000 et de 2002 à 2018</a:t>
            </a:r>
          </a:p>
          <a:p>
            <a:r>
              <a:rPr lang="fr-FR" dirty="0"/>
              <a:t>Traitement</a:t>
            </a:r>
          </a:p>
          <a:p>
            <a:pPr lvl="1"/>
            <a:r>
              <a:rPr lang="fr-FR" dirty="0"/>
              <a:t>Remplacement du nom du pays « North </a:t>
            </a:r>
            <a:r>
              <a:rPr lang="fr-FR" dirty="0" err="1"/>
              <a:t>Macedonia</a:t>
            </a:r>
            <a:r>
              <a:rPr lang="fr-FR" dirty="0"/>
              <a:t> » par « Republic of North </a:t>
            </a:r>
            <a:r>
              <a:rPr lang="fr-FR" dirty="0" err="1"/>
              <a:t>Macedonia</a:t>
            </a:r>
            <a:r>
              <a:rPr lang="fr-FR" dirty="0"/>
              <a:t> »</a:t>
            </a:r>
          </a:p>
          <a:p>
            <a:pPr lvl="1"/>
            <a:r>
              <a:rPr lang="fr-FR" dirty="0"/>
              <a:t>Groupement des pays « China, Hong Kong SAR », « China, Macao SAR », « China, </a:t>
            </a:r>
            <a:r>
              <a:rPr lang="fr-FR" dirty="0" err="1"/>
              <a:t>mainland</a:t>
            </a:r>
            <a:r>
              <a:rPr lang="fr-FR" dirty="0"/>
              <a:t> » et « China, Taiwan Province of » en « China » et calcul de la moyenne de l’instabilité politique par « Country », « </a:t>
            </a:r>
            <a:r>
              <a:rPr lang="fr-FR" dirty="0" err="1"/>
              <a:t>Year</a:t>
            </a:r>
            <a:r>
              <a:rPr lang="fr-FR" dirty="0"/>
              <a:t> » et « </a:t>
            </a:r>
            <a:r>
              <a:rPr lang="fr-FR" dirty="0" err="1"/>
              <a:t>Granularity</a:t>
            </a:r>
            <a:r>
              <a:rPr lang="fr-FR" dirty="0"/>
              <a:t> »</a:t>
            </a:r>
          </a:p>
          <a:p>
            <a:endParaRPr lang="fr-FR" dirty="0"/>
          </a:p>
          <a:p>
            <a:pPr lvl="1"/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14521F-CE95-E940-C784-FB0FF014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BF2E66D-C141-5B12-574E-23710E9ED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818" y="1373033"/>
            <a:ext cx="4067743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25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68652-77BB-80D6-47E4-DD97EA64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9ADB16-A6FE-6C26-06D8-8317D6F5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des données : MORTALITE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1785527-1612-B8B9-F633-5AD612ACE4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56793" y="1515467"/>
            <a:ext cx="2694665" cy="4393720"/>
          </a:xfrm>
        </p:spPr>
        <p:txBody>
          <a:bodyPr/>
          <a:lstStyle/>
          <a:p>
            <a:r>
              <a:rPr lang="fr-FR" dirty="0"/>
              <a:t>Présentation</a:t>
            </a:r>
          </a:p>
          <a:p>
            <a:pPr lvl="1"/>
            <a:r>
              <a:rPr lang="fr-FR" dirty="0"/>
              <a:t>183 pays</a:t>
            </a:r>
          </a:p>
          <a:p>
            <a:pPr lvl="1"/>
            <a:r>
              <a:rPr lang="fr-FR" dirty="0"/>
              <a:t>3 granularités</a:t>
            </a:r>
          </a:p>
          <a:p>
            <a:pPr lvl="1"/>
            <a:r>
              <a:rPr lang="fr-FR" dirty="0"/>
              <a:t>Année 2016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7C00EE-2AB4-C4BD-C9FF-ACBE6A66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7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1566F1B-39FD-0E25-717E-38A2CC131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05" y="1515467"/>
            <a:ext cx="6706000" cy="358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4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5A2F7-6E95-A8B1-29E9-84463F0CB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DC5A1-C2D5-51CC-5624-D1AAEFA9E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des données : Accès EAU potable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364736D-F8B4-5ADC-48D5-F38583D8D4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3383" y="1375357"/>
            <a:ext cx="3687722" cy="4393720"/>
          </a:xfrm>
        </p:spPr>
        <p:txBody>
          <a:bodyPr/>
          <a:lstStyle/>
          <a:p>
            <a:r>
              <a:rPr lang="fr-FR" dirty="0"/>
              <a:t>Présentation</a:t>
            </a:r>
          </a:p>
          <a:p>
            <a:pPr lvl="1"/>
            <a:r>
              <a:rPr lang="fr-FR" dirty="0"/>
              <a:t>194 pays</a:t>
            </a:r>
          </a:p>
          <a:p>
            <a:pPr lvl="1"/>
            <a:r>
              <a:rPr lang="fr-FR" dirty="0"/>
              <a:t>3 granularités</a:t>
            </a:r>
          </a:p>
          <a:p>
            <a:pPr lvl="1"/>
            <a:r>
              <a:rPr lang="fr-FR" dirty="0"/>
              <a:t>Année de 2000 à 2017</a:t>
            </a:r>
          </a:p>
          <a:p>
            <a:r>
              <a:rPr lang="fr-FR" dirty="0"/>
              <a:t>Traitement</a:t>
            </a:r>
          </a:p>
          <a:p>
            <a:pPr lvl="1"/>
            <a:r>
              <a:rPr lang="fr-FR" dirty="0"/>
              <a:t>Division des taux d’accès à l’eau potable basique et de qualité par 100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B8A0AE-7DD3-E52D-2EDE-CE08C77B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8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81DAD49-64AC-CBA5-E485-A4BB9E47D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00" y="1375357"/>
            <a:ext cx="7637983" cy="300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17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0D575-89FD-D144-ADEA-4BC5FABB6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C3650-F96C-B77A-88D0-698390F2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Fusion et consolidation des données</a:t>
            </a:r>
          </a:p>
        </p:txBody>
      </p:sp>
      <p:graphicFrame>
        <p:nvGraphicFramePr>
          <p:cNvPr id="3" name="Espace réservé du contenu 2">
            <a:extLst>
              <a:ext uri="{FF2B5EF4-FFF2-40B4-BE49-F238E27FC236}">
                <a16:creationId xmlns:a16="http://schemas.microsoft.com/office/drawing/2014/main" id="{42EA4056-54D4-07CB-93EA-FE4019819BE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852921902"/>
              </p:ext>
            </p:extLst>
          </p:nvPr>
        </p:nvGraphicFramePr>
        <p:xfrm>
          <a:off x="914400" y="1397000"/>
          <a:ext cx="518160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C3CDAC-0CB2-7840-2280-CAE1E32B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9</a:t>
            </a:fld>
            <a:endParaRPr lang="fr-FR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C8E9D10-8702-F07F-9E51-01125858C4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0760" y="1790340"/>
            <a:ext cx="5706271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3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93DA90-E77D-BC0A-5387-1CE0CC85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MAQUETTE: VUE MONDIALE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6329F0-F9F7-EB9B-D80B-C685FEDC6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10</a:t>
            </a:fld>
            <a:endParaRPr lang="fr-FR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6BFEB88-2A40-DC0C-17B1-F6649B1E3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205549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27" name="Tableau 26">
            <a:extLst>
              <a:ext uri="{FF2B5EF4-FFF2-40B4-BE49-F238E27FC236}">
                <a16:creationId xmlns:a16="http://schemas.microsoft.com/office/drawing/2014/main" id="{396D8E28-788B-0589-CA51-D3B9FC0DD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975931"/>
              </p:ext>
            </p:extLst>
          </p:nvPr>
        </p:nvGraphicFramePr>
        <p:xfrm>
          <a:off x="5261493" y="1118005"/>
          <a:ext cx="6096000" cy="4787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881441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26815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5935407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VUE MONDIALE</a:t>
                      </a: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61195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Besoin utilisateurs</a:t>
                      </a:r>
                      <a:endParaRPr lang="fr-FR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Mesures spécifiques à utiliser</a:t>
                      </a:r>
                      <a:endParaRPr lang="fr-FR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Visualisation</a:t>
                      </a:r>
                      <a:endParaRPr lang="fr-FR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844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>
                          <a:effectLst/>
                          <a:latin typeface="Montserrat"/>
                          <a:ea typeface="Montserrat"/>
                          <a:cs typeface="Montserrat"/>
                        </a:rPr>
                        <a:t>Evolution de la population mondiale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Population totale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Line plot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600993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dirty="0">
                          <a:effectLst/>
                          <a:latin typeface="Montserrat"/>
                          <a:ea typeface="Montserrat"/>
                          <a:cs typeface="Montserrat"/>
                        </a:rPr>
                        <a:t>Evolution de la population totale, urbaine et rurale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Population totale,  rurale et urbaine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Line plot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63267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dirty="0">
                          <a:effectLst/>
                          <a:latin typeface="Montserrat"/>
                          <a:ea typeface="Montserrat"/>
                          <a:cs typeface="Montserrat"/>
                        </a:rPr>
                        <a:t>Evolution de la population par genre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Population masculine et féminine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Line plot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563254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>
                          <a:effectLst/>
                          <a:latin typeface="Montserrat"/>
                          <a:ea typeface="Montserrat"/>
                          <a:cs typeface="Montserrat"/>
                        </a:rPr>
                        <a:t>Evolution de la stabilité politique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Indice de stabilité politique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Bar plot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303409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>
                          <a:effectLst/>
                          <a:latin typeface="Montserrat"/>
                          <a:ea typeface="Montserrat"/>
                          <a:cs typeface="Montserrat"/>
                        </a:rPr>
                        <a:t>Evolution du taux de la population ayant un accès basique et de qualité à l’eau potable 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Taux de la population ayant un accès basique à l’eau potable</a:t>
                      </a:r>
                      <a:b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</a:b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Taux de la population ayant un accès de qualité à l’eau potable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Line plot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65588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>
                          <a:effectLst/>
                          <a:latin typeface="Montserrat"/>
                          <a:ea typeface="Montserrat"/>
                          <a:cs typeface="Montserrat"/>
                        </a:rPr>
                        <a:t>Taux de mortalité due à l’eau insalubre en 2016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Taux de mortalité due à l’eau insalubre en 2016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Carte KPI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595315134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8C5EF78E-55B9-CFA2-619E-79FD61155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646" y="1118005"/>
            <a:ext cx="3369046" cy="476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52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EEAF5-E305-DB95-C8A9-5282D611D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593BDF-8D20-C7EA-4B73-5870B54C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MAQUETTE: VUE REGIONALE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AC838C-D0FF-0BE8-E825-43314AC2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11</a:t>
            </a:fld>
            <a:endParaRPr lang="fr-FR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EF0C41FD-8BBD-3F94-6A85-4246E49D3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205549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28" name="Tableau 27">
            <a:extLst>
              <a:ext uri="{FF2B5EF4-FFF2-40B4-BE49-F238E27FC236}">
                <a16:creationId xmlns:a16="http://schemas.microsoft.com/office/drawing/2014/main" id="{33B7E867-14DD-C687-25FC-01B17E55F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18461"/>
              </p:ext>
            </p:extLst>
          </p:nvPr>
        </p:nvGraphicFramePr>
        <p:xfrm>
          <a:off x="4741948" y="1216325"/>
          <a:ext cx="6096000" cy="4138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556164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903919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29512525"/>
                    </a:ext>
                  </a:extLst>
                </a:gridCol>
              </a:tblGrid>
              <a:tr h="369695"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VUE PAR REGION DU MONDE</a:t>
                      </a: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592208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Besoin </a:t>
                      </a:r>
                      <a:r>
                        <a:rPr lang="fr-FR" sz="1200" b="1" kern="1200" dirty="0">
                          <a:solidFill>
                            <a:schemeClr val="bg1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utilisateurs</a:t>
                      </a:r>
                      <a:endParaRPr lang="fr-FR" sz="1200" b="1" kern="1200" dirty="0">
                        <a:solidFill>
                          <a:schemeClr val="bg1"/>
                        </a:solidFill>
                        <a:effectLst/>
                        <a:latin typeface="Montserrat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Mesures spécifiques à utiliser</a:t>
                      </a:r>
                      <a:endParaRPr lang="fr-FR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Visualisation</a:t>
                      </a:r>
                      <a:endParaRPr lang="fr-FR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12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dirty="0">
                          <a:effectLst/>
                          <a:latin typeface="Montserrat"/>
                          <a:ea typeface="Montserrat"/>
                          <a:cs typeface="Montserrat"/>
                        </a:rPr>
                        <a:t>Taux de mortalité due à l’eau insalubre en 2016 par continent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Taux de mortalité due à l’eau insalubre en 2016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Bar plot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801771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>
                          <a:effectLst/>
                          <a:latin typeface="Montserrat"/>
                          <a:ea typeface="Montserrat"/>
                          <a:cs typeface="Montserrat"/>
                        </a:rPr>
                        <a:t>Comprendre la stabilité politique dans le monde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Moyenne de l’indice de stabilité politique par continent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Carte du monde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15688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dirty="0">
                          <a:effectLst/>
                          <a:latin typeface="Montserrat"/>
                          <a:ea typeface="Montserrat"/>
                          <a:cs typeface="Montserrat"/>
                        </a:rPr>
                        <a:t>Taux de population urbaine par continent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Taux de la population urbaine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Bar plot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13945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dirty="0">
                          <a:effectLst/>
                          <a:latin typeface="Montserrat"/>
                          <a:ea typeface="Montserrat"/>
                          <a:cs typeface="Montserrat"/>
                        </a:rPr>
                        <a:t>Comparaison du taux de population ayant accès à l’eau potable de qualité et du taux de la population ayant un accès basique à l’eau potable par contient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Taux de la population ayant un accès basique à l’eau potable et taux de la population ayant un accès de qualité à l’eau potable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Bar plot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49039525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D24BF7B8-C81B-5DB0-FC04-35B0D532C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457" y="1221769"/>
            <a:ext cx="2926134" cy="413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349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F42E-F4FC-2283-F3CF-42D7C54D3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D7253D-B87B-4306-9736-7956969C9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MAQUETTE: VUE NATIONALE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2F4DAD-71A0-6A36-9810-8236ED58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12</a:t>
            </a:fld>
            <a:endParaRPr lang="fr-FR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2660C77E-E693-26A8-A31F-DB2F9A313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205549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29" name="Tableau 28">
            <a:extLst>
              <a:ext uri="{FF2B5EF4-FFF2-40B4-BE49-F238E27FC236}">
                <a16:creationId xmlns:a16="http://schemas.microsoft.com/office/drawing/2014/main" id="{6C593FEA-9EAD-D49C-E215-F08F0D22A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049185"/>
              </p:ext>
            </p:extLst>
          </p:nvPr>
        </p:nvGraphicFramePr>
        <p:xfrm>
          <a:off x="3971287" y="1327318"/>
          <a:ext cx="8127999" cy="4419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6590414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6713479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44853052"/>
                    </a:ext>
                  </a:extLst>
                </a:gridCol>
              </a:tblGrid>
              <a:tr h="358156"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VUE NATIONALE</a:t>
                      </a: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072226918"/>
                  </a:ext>
                </a:extLst>
              </a:tr>
              <a:tr h="3581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Besoin utilisateurs</a:t>
                      </a:r>
                      <a:endParaRPr lang="fr-FR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Mesures spécifiques à utiliser</a:t>
                      </a:r>
                      <a:endParaRPr lang="fr-FR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Visualisation</a:t>
                      </a:r>
                      <a:endParaRPr lang="fr-FR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499260"/>
                  </a:ext>
                </a:extLst>
              </a:tr>
              <a:tr h="5158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dirty="0">
                          <a:effectLst/>
                          <a:latin typeface="Montserrat"/>
                          <a:ea typeface="Montserrat"/>
                          <a:cs typeface="Montserrat"/>
                        </a:rPr>
                        <a:t>Comprendre la stabilité politique dans le monde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Moyenne de l’indice de stabilité politique par région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Carte du monde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265094854"/>
                  </a:ext>
                </a:extLst>
              </a:tr>
              <a:tr h="5158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 dirty="0">
                          <a:effectLst/>
                          <a:latin typeface="Montserrat"/>
                          <a:ea typeface="Montserrat"/>
                          <a:cs typeface="Montserrat"/>
                        </a:rPr>
                        <a:t>Indicateur : Domaine 1 (création de services)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Le taux d’accès à l’eau potable et le taux de population urbaine.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 err="1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Scatter</a:t>
                      </a: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 plot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56763240"/>
                  </a:ext>
                </a:extLst>
              </a:tr>
              <a:tr h="9220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>
                          <a:effectLst/>
                          <a:latin typeface="Montserrat"/>
                          <a:ea typeface="Montserrat"/>
                          <a:cs typeface="Montserrat"/>
                        </a:rPr>
                        <a:t>Indicateur : Domaine 2 (modernisation des services)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Taux de la population ayant un accès basique à l’eau potable</a:t>
                      </a:r>
                      <a:b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</a:b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Taux de la population ayant un accès de qualité à l’eau potable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Scatter plot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201855677"/>
                  </a:ext>
                </a:extLst>
              </a:tr>
              <a:tr h="1622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200">
                          <a:effectLst/>
                          <a:latin typeface="Montserrat"/>
                          <a:ea typeface="Montserrat"/>
                          <a:cs typeface="Montserrat"/>
                        </a:rPr>
                        <a:t>Indicateur : Domaine 3 (consulting)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Taux de mortalité due à l’eau insalubre en 2016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Indice de stabilité politique en 2016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Taux de la population ayant un accès de à l’eau potable basique en 2016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>
                          <a:effectLst/>
                          <a:latin typeface="Montserrat"/>
                          <a:ea typeface="Montserrat"/>
                          <a:cs typeface="Montserrat"/>
                        </a:rPr>
                        <a:t> 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R="152400">
                        <a:lnSpc>
                          <a:spcPct val="115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fr-FR" sz="1200" dirty="0" err="1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Scatter</a:t>
                      </a: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/>
                          <a:cs typeface="Montserrat"/>
                        </a:rPr>
                        <a:t> plot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597651363"/>
                  </a:ext>
                </a:extLst>
              </a:tr>
            </a:tbl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03B37577-608D-0EAC-1F3E-FD7944E45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94" y="1327318"/>
            <a:ext cx="3124502" cy="441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36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680A23-EAB9-267C-9BAC-80F07F494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Ajout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F5E0BF-7F26-C3DB-ACF7-0BF61FE962E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Taux d’urbanisation</a:t>
            </a:r>
          </a:p>
          <a:p>
            <a:r>
              <a:rPr lang="fr-FR" dirty="0"/>
              <a:t>Taux de mortalité du à l’eau insalubre</a:t>
            </a:r>
          </a:p>
          <a:p>
            <a:r>
              <a:rPr lang="fr-FR" dirty="0"/>
              <a:t>Pourcentage d’accès basique à l’eau potable</a:t>
            </a:r>
          </a:p>
          <a:p>
            <a:r>
              <a:rPr lang="fr-FR" dirty="0"/>
              <a:t>Pourcentage d’accès de qualité à l’eau potable</a:t>
            </a:r>
          </a:p>
          <a:p>
            <a:r>
              <a:rPr lang="fr-FR" dirty="0"/>
              <a:t>Groupement des pays en région du monde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4ACC9B-2527-8DB1-F959-22304A354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145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AA310A-5DA2-05CD-BF73-70F83691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LIEN VERS l’HISTOIRE TABLEAU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693B55-4B72-C7EE-E4B2-501199AF6AF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hlinkClick r:id="rId2"/>
              </a:rPr>
              <a:t>https://public.tableau.com/app/profile/ndeye.dieng3196/viz/shared/YB99HF4FC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1767E-1A81-57C1-436A-155E456BB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257C7-59BC-47D0-A3B5-719F743F5000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7600448"/>
      </p:ext>
    </p:extLst>
  </p:cSld>
  <p:clrMapOvr>
    <a:masterClrMapping/>
  </p:clrMapOvr>
</p:sld>
</file>

<file path=ppt/theme/theme1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Ronds dans l’eau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TM04033925[[fn=Ronds dans l’eau]]</Template>
  <TotalTime>4536</TotalTime>
  <Words>790</Words>
  <Application>Microsoft Office PowerPoint</Application>
  <PresentationFormat>Grand écran</PresentationFormat>
  <Paragraphs>139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Aptos</vt:lpstr>
      <vt:lpstr>Arial</vt:lpstr>
      <vt:lpstr>Montserrat</vt:lpstr>
      <vt:lpstr>Tw Cen MT</vt:lpstr>
      <vt:lpstr>Wingdings</vt:lpstr>
      <vt:lpstr>Ronds dans l’eau</vt:lpstr>
      <vt:lpstr>Etude sur l’eau potable</vt:lpstr>
      <vt:lpstr>contexte</vt:lpstr>
      <vt:lpstr>Présentation des données</vt:lpstr>
      <vt:lpstr>traitement des données : Population</vt:lpstr>
      <vt:lpstr>traitement des données : REGION</vt:lpstr>
      <vt:lpstr>traitement des données : INSTABILITE POLITIQUE</vt:lpstr>
      <vt:lpstr>traitement des données : MORTALITE</vt:lpstr>
      <vt:lpstr>traitement des données : Accès EAU potable</vt:lpstr>
      <vt:lpstr>Fusion et consolidation des données</vt:lpstr>
      <vt:lpstr>MAQUETTE: VUE MONDIALE</vt:lpstr>
      <vt:lpstr>MAQUETTE: VUE REGIONALE</vt:lpstr>
      <vt:lpstr>MAQUETTE: VUE NATIONALE</vt:lpstr>
      <vt:lpstr>Ajout de données</vt:lpstr>
      <vt:lpstr>LIEN VERS l’HISTOIRE TABLEAU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Ndeye Ndiemé Dieng</dc:creator>
  <cp:lastModifiedBy>Ndeye Ndiemé Dieng</cp:lastModifiedBy>
  <cp:revision>1</cp:revision>
  <dcterms:created xsi:type="dcterms:W3CDTF">2026-02-20T09:18:31Z</dcterms:created>
  <dcterms:modified xsi:type="dcterms:W3CDTF">2026-03-04T13:17:31Z</dcterms:modified>
</cp:coreProperties>
</file>